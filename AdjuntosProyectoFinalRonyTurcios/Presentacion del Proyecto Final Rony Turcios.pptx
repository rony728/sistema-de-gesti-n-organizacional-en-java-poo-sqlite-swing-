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67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2510A8-AF65-4835-9F33-F6AABDAA5C8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AA228B-B299-4812-9349-4461256AB194}">
      <dgm:prSet/>
      <dgm:spPr/>
      <dgm:t>
        <a:bodyPr/>
        <a:lstStyle/>
        <a:p>
          <a:r>
            <a:rPr lang="es-HN"/>
            <a:t>Diseñar clases que representen las entidades principales de una organización. </a:t>
          </a:r>
          <a:endParaRPr lang="en-US"/>
        </a:p>
      </dgm:t>
    </dgm:pt>
    <dgm:pt modelId="{F25CFBF2-A330-4FB9-94DA-1784531F5BE0}" type="parTrans" cxnId="{D8425C23-51E7-4EBA-A3C8-A3FC88EF5324}">
      <dgm:prSet/>
      <dgm:spPr/>
      <dgm:t>
        <a:bodyPr/>
        <a:lstStyle/>
        <a:p>
          <a:endParaRPr lang="en-US"/>
        </a:p>
      </dgm:t>
    </dgm:pt>
    <dgm:pt modelId="{1F45F319-B67E-4122-A7B9-D166E05A894E}" type="sibTrans" cxnId="{D8425C23-51E7-4EBA-A3C8-A3FC88EF5324}">
      <dgm:prSet/>
      <dgm:spPr/>
      <dgm:t>
        <a:bodyPr/>
        <a:lstStyle/>
        <a:p>
          <a:endParaRPr lang="en-US"/>
        </a:p>
      </dgm:t>
    </dgm:pt>
    <dgm:pt modelId="{5CAC6CC6-EDAE-4D1F-9567-48A2CFA16B6D}">
      <dgm:prSet/>
      <dgm:spPr/>
      <dgm:t>
        <a:bodyPr/>
        <a:lstStyle/>
        <a:p>
          <a:r>
            <a:rPr lang="es-HN"/>
            <a:t>Aplicar encapsulamiento, abstracción, herencia, asociación, composición y polimorfismo. </a:t>
          </a:r>
          <a:endParaRPr lang="en-US"/>
        </a:p>
      </dgm:t>
    </dgm:pt>
    <dgm:pt modelId="{BF156D07-C737-4A97-A339-0DC236E2A441}" type="parTrans" cxnId="{0FDBE2D0-2EC2-4DC2-B687-B7739F80FDBF}">
      <dgm:prSet/>
      <dgm:spPr/>
      <dgm:t>
        <a:bodyPr/>
        <a:lstStyle/>
        <a:p>
          <a:endParaRPr lang="en-US"/>
        </a:p>
      </dgm:t>
    </dgm:pt>
    <dgm:pt modelId="{904DC03F-92A4-41C7-AD74-13EE58A46EFF}" type="sibTrans" cxnId="{0FDBE2D0-2EC2-4DC2-B687-B7739F80FDBF}">
      <dgm:prSet/>
      <dgm:spPr/>
      <dgm:t>
        <a:bodyPr/>
        <a:lstStyle/>
        <a:p>
          <a:endParaRPr lang="en-US"/>
        </a:p>
      </dgm:t>
    </dgm:pt>
    <dgm:pt modelId="{7FFCB04D-E23D-457F-BAD1-9F180199D8EC}">
      <dgm:prSet/>
      <dgm:spPr/>
      <dgm:t>
        <a:bodyPr/>
        <a:lstStyle/>
        <a:p>
          <a:r>
            <a:rPr lang="es-HN"/>
            <a:t>Implementar operaciones para crear, consultar, actualizar y eliminar registros. </a:t>
          </a:r>
          <a:endParaRPr lang="en-US"/>
        </a:p>
      </dgm:t>
    </dgm:pt>
    <dgm:pt modelId="{4E9F1111-6200-4A54-98FC-D9ED889C4910}" type="parTrans" cxnId="{D19F4DD3-3DE7-492B-A088-10EE4885FEB4}">
      <dgm:prSet/>
      <dgm:spPr/>
      <dgm:t>
        <a:bodyPr/>
        <a:lstStyle/>
        <a:p>
          <a:endParaRPr lang="en-US"/>
        </a:p>
      </dgm:t>
    </dgm:pt>
    <dgm:pt modelId="{CACC800C-6875-4250-85FE-8DD2D254DE3D}" type="sibTrans" cxnId="{D19F4DD3-3DE7-492B-A088-10EE4885FEB4}">
      <dgm:prSet/>
      <dgm:spPr/>
      <dgm:t>
        <a:bodyPr/>
        <a:lstStyle/>
        <a:p>
          <a:endParaRPr lang="en-US"/>
        </a:p>
      </dgm:t>
    </dgm:pt>
    <dgm:pt modelId="{1A9211FB-B462-4127-9DEC-8A7C212E022B}">
      <dgm:prSet/>
      <dgm:spPr/>
      <dgm:t>
        <a:bodyPr/>
        <a:lstStyle/>
        <a:p>
          <a:r>
            <a:rPr lang="es-HN"/>
            <a:t>Desarrollar una interfaz gráfica funcional utilizando Java Swing. </a:t>
          </a:r>
          <a:endParaRPr lang="en-US"/>
        </a:p>
      </dgm:t>
    </dgm:pt>
    <dgm:pt modelId="{2E229A86-5426-418B-B00F-9FD4278F24AA}" type="parTrans" cxnId="{2B13C8D3-B732-4630-8358-262E9D9C87B2}">
      <dgm:prSet/>
      <dgm:spPr/>
      <dgm:t>
        <a:bodyPr/>
        <a:lstStyle/>
        <a:p>
          <a:endParaRPr lang="en-US"/>
        </a:p>
      </dgm:t>
    </dgm:pt>
    <dgm:pt modelId="{8CE25BE2-4B7F-4A91-8182-75ADD224D4DE}" type="sibTrans" cxnId="{2B13C8D3-B732-4630-8358-262E9D9C87B2}">
      <dgm:prSet/>
      <dgm:spPr/>
      <dgm:t>
        <a:bodyPr/>
        <a:lstStyle/>
        <a:p>
          <a:endParaRPr lang="en-US"/>
        </a:p>
      </dgm:t>
    </dgm:pt>
    <dgm:pt modelId="{0C59CE41-86FD-4222-954C-F69B1230C7E1}">
      <dgm:prSet/>
      <dgm:spPr/>
      <dgm:t>
        <a:bodyPr/>
        <a:lstStyle/>
        <a:p>
          <a:r>
            <a:rPr lang="es-HN"/>
            <a:t>Separar el modelo, la vista, los controladores y el acceso a datos. </a:t>
          </a:r>
          <a:endParaRPr lang="en-US"/>
        </a:p>
      </dgm:t>
    </dgm:pt>
    <dgm:pt modelId="{91D6D3F1-D2B7-4E4C-B3F6-9D32F3D6741C}" type="parTrans" cxnId="{8ACFB024-FAAA-4D55-BF8B-4FB0C61BE2AF}">
      <dgm:prSet/>
      <dgm:spPr/>
      <dgm:t>
        <a:bodyPr/>
        <a:lstStyle/>
        <a:p>
          <a:endParaRPr lang="en-US"/>
        </a:p>
      </dgm:t>
    </dgm:pt>
    <dgm:pt modelId="{1F5E3B7F-F817-4368-9022-EB472A188B6D}" type="sibTrans" cxnId="{8ACFB024-FAAA-4D55-BF8B-4FB0C61BE2AF}">
      <dgm:prSet/>
      <dgm:spPr/>
      <dgm:t>
        <a:bodyPr/>
        <a:lstStyle/>
        <a:p>
          <a:endParaRPr lang="en-US"/>
        </a:p>
      </dgm:t>
    </dgm:pt>
    <dgm:pt modelId="{11074383-C36B-49EB-AD56-E9A800622F12}">
      <dgm:prSet/>
      <dgm:spPr/>
      <dgm:t>
        <a:bodyPr/>
        <a:lstStyle/>
        <a:p>
          <a:r>
            <a:rPr lang="es-HN"/>
            <a:t>Mantener la integridad de la información mediante claves primarias, claves foráneas y validaciones.</a:t>
          </a:r>
          <a:endParaRPr lang="en-US"/>
        </a:p>
      </dgm:t>
    </dgm:pt>
    <dgm:pt modelId="{F6908718-26FA-45AB-9261-CC45057E66FB}" type="parTrans" cxnId="{2A8E601A-4B08-44AE-933F-7675E5E35A81}">
      <dgm:prSet/>
      <dgm:spPr/>
      <dgm:t>
        <a:bodyPr/>
        <a:lstStyle/>
        <a:p>
          <a:endParaRPr lang="en-US"/>
        </a:p>
      </dgm:t>
    </dgm:pt>
    <dgm:pt modelId="{231156FD-22B6-4EAB-A58C-8631B8FE9744}" type="sibTrans" cxnId="{2A8E601A-4B08-44AE-933F-7675E5E35A81}">
      <dgm:prSet/>
      <dgm:spPr/>
      <dgm:t>
        <a:bodyPr/>
        <a:lstStyle/>
        <a:p>
          <a:endParaRPr lang="en-US"/>
        </a:p>
      </dgm:t>
    </dgm:pt>
    <dgm:pt modelId="{3A2C97D1-97A2-4760-BCF7-15C1625097B6}" type="pres">
      <dgm:prSet presAssocID="{A12510A8-AF65-4835-9F33-F6AABDAA5C89}" presName="root" presStyleCnt="0">
        <dgm:presLayoutVars>
          <dgm:dir/>
          <dgm:resizeHandles val="exact"/>
        </dgm:presLayoutVars>
      </dgm:prSet>
      <dgm:spPr/>
    </dgm:pt>
    <dgm:pt modelId="{B8883B07-D89A-46ED-A6F8-52642D9F2D94}" type="pres">
      <dgm:prSet presAssocID="{35AA228B-B299-4812-9349-4461256AB194}" presName="compNode" presStyleCnt="0"/>
      <dgm:spPr/>
    </dgm:pt>
    <dgm:pt modelId="{B703F4AD-0261-4DEC-AD71-5B585B4876B6}" type="pres">
      <dgm:prSet presAssocID="{35AA228B-B299-4812-9349-4461256AB194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3ECDD5D9-3837-4C20-B5F9-14DD35426116}" type="pres">
      <dgm:prSet presAssocID="{35AA228B-B299-4812-9349-4461256AB194}" presName="spaceRect" presStyleCnt="0"/>
      <dgm:spPr/>
    </dgm:pt>
    <dgm:pt modelId="{F85D1C5D-D2B1-4AED-9A65-AD977DCD6CE7}" type="pres">
      <dgm:prSet presAssocID="{35AA228B-B299-4812-9349-4461256AB194}" presName="textRect" presStyleLbl="revTx" presStyleIdx="0" presStyleCnt="6">
        <dgm:presLayoutVars>
          <dgm:chMax val="1"/>
          <dgm:chPref val="1"/>
        </dgm:presLayoutVars>
      </dgm:prSet>
      <dgm:spPr/>
    </dgm:pt>
    <dgm:pt modelId="{18671AF3-F4AE-4F5F-B0EA-DBC6269E6BD3}" type="pres">
      <dgm:prSet presAssocID="{1F45F319-B67E-4122-A7B9-D166E05A894E}" presName="sibTrans" presStyleCnt="0"/>
      <dgm:spPr/>
    </dgm:pt>
    <dgm:pt modelId="{F0402D3B-5ED3-419E-AC57-D6D4757719E1}" type="pres">
      <dgm:prSet presAssocID="{5CAC6CC6-EDAE-4D1F-9567-48A2CFA16B6D}" presName="compNode" presStyleCnt="0"/>
      <dgm:spPr/>
    </dgm:pt>
    <dgm:pt modelId="{79C3CF5B-8168-4318-ADE3-1983D458BF2D}" type="pres">
      <dgm:prSet presAssocID="{5CAC6CC6-EDAE-4D1F-9567-48A2CFA16B6D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N"/>
        </a:ext>
      </dgm:extLst>
    </dgm:pt>
    <dgm:pt modelId="{A269248E-F1C6-435A-8B6C-F7A968BC31B4}" type="pres">
      <dgm:prSet presAssocID="{5CAC6CC6-EDAE-4D1F-9567-48A2CFA16B6D}" presName="spaceRect" presStyleCnt="0"/>
      <dgm:spPr/>
    </dgm:pt>
    <dgm:pt modelId="{2D07DE2D-8DC7-451F-8D86-F165CDEBCB77}" type="pres">
      <dgm:prSet presAssocID="{5CAC6CC6-EDAE-4D1F-9567-48A2CFA16B6D}" presName="textRect" presStyleLbl="revTx" presStyleIdx="1" presStyleCnt="6">
        <dgm:presLayoutVars>
          <dgm:chMax val="1"/>
          <dgm:chPref val="1"/>
        </dgm:presLayoutVars>
      </dgm:prSet>
      <dgm:spPr/>
    </dgm:pt>
    <dgm:pt modelId="{D8CFF772-4B42-499E-A83F-12408B6780E7}" type="pres">
      <dgm:prSet presAssocID="{904DC03F-92A4-41C7-AD74-13EE58A46EFF}" presName="sibTrans" presStyleCnt="0"/>
      <dgm:spPr/>
    </dgm:pt>
    <dgm:pt modelId="{34E9589C-1F98-45A2-84EC-A73A65F21E04}" type="pres">
      <dgm:prSet presAssocID="{7FFCB04D-E23D-457F-BAD1-9F180199D8EC}" presName="compNode" presStyleCnt="0"/>
      <dgm:spPr/>
    </dgm:pt>
    <dgm:pt modelId="{4BE91300-7ADD-4347-82C2-654AED9F4EC4}" type="pres">
      <dgm:prSet presAssocID="{7FFCB04D-E23D-457F-BAD1-9F180199D8EC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AD53F9A-D5E3-4148-8912-3DC0EB8665EA}" type="pres">
      <dgm:prSet presAssocID="{7FFCB04D-E23D-457F-BAD1-9F180199D8EC}" presName="spaceRect" presStyleCnt="0"/>
      <dgm:spPr/>
    </dgm:pt>
    <dgm:pt modelId="{1B44BE1A-0F9B-475B-A23D-04F63F48165B}" type="pres">
      <dgm:prSet presAssocID="{7FFCB04D-E23D-457F-BAD1-9F180199D8EC}" presName="textRect" presStyleLbl="revTx" presStyleIdx="2" presStyleCnt="6">
        <dgm:presLayoutVars>
          <dgm:chMax val="1"/>
          <dgm:chPref val="1"/>
        </dgm:presLayoutVars>
      </dgm:prSet>
      <dgm:spPr/>
    </dgm:pt>
    <dgm:pt modelId="{4278F618-6B28-4B7D-B445-ADFC3A9FD3DB}" type="pres">
      <dgm:prSet presAssocID="{CACC800C-6875-4250-85FE-8DD2D254DE3D}" presName="sibTrans" presStyleCnt="0"/>
      <dgm:spPr/>
    </dgm:pt>
    <dgm:pt modelId="{90846F4C-95AC-4310-AA92-A4C3F6AF2B86}" type="pres">
      <dgm:prSet presAssocID="{1A9211FB-B462-4127-9DEC-8A7C212E022B}" presName="compNode" presStyleCnt="0"/>
      <dgm:spPr/>
    </dgm:pt>
    <dgm:pt modelId="{0FA86A33-3FDB-40B6-8EB0-CBB63354C640}" type="pres">
      <dgm:prSet presAssocID="{1A9211FB-B462-4127-9DEC-8A7C212E022B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C6BB7AE-5722-4A09-BAFC-BDD131960913}" type="pres">
      <dgm:prSet presAssocID="{1A9211FB-B462-4127-9DEC-8A7C212E022B}" presName="spaceRect" presStyleCnt="0"/>
      <dgm:spPr/>
    </dgm:pt>
    <dgm:pt modelId="{3978BD56-A7AD-4D53-933F-07642B1B8DEF}" type="pres">
      <dgm:prSet presAssocID="{1A9211FB-B462-4127-9DEC-8A7C212E022B}" presName="textRect" presStyleLbl="revTx" presStyleIdx="3" presStyleCnt="6">
        <dgm:presLayoutVars>
          <dgm:chMax val="1"/>
          <dgm:chPref val="1"/>
        </dgm:presLayoutVars>
      </dgm:prSet>
      <dgm:spPr/>
    </dgm:pt>
    <dgm:pt modelId="{A43A6A36-6F81-4F8B-841C-37A103A1F086}" type="pres">
      <dgm:prSet presAssocID="{8CE25BE2-4B7F-4A91-8182-75ADD224D4DE}" presName="sibTrans" presStyleCnt="0"/>
      <dgm:spPr/>
    </dgm:pt>
    <dgm:pt modelId="{BD6ED19C-F897-447C-BB6F-80EDA133C0D4}" type="pres">
      <dgm:prSet presAssocID="{0C59CE41-86FD-4222-954C-F69B1230C7E1}" presName="compNode" presStyleCnt="0"/>
      <dgm:spPr/>
    </dgm:pt>
    <dgm:pt modelId="{4F4A39B8-23D3-439F-A079-8F7202D0D05E}" type="pres">
      <dgm:prSet presAssocID="{0C59CE41-86FD-4222-954C-F69B1230C7E1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8E2313CE-E3B7-4737-BE35-10C92B45B1BA}" type="pres">
      <dgm:prSet presAssocID="{0C59CE41-86FD-4222-954C-F69B1230C7E1}" presName="spaceRect" presStyleCnt="0"/>
      <dgm:spPr/>
    </dgm:pt>
    <dgm:pt modelId="{EEE26E4C-09BB-4E80-8FFE-57230D9FCA92}" type="pres">
      <dgm:prSet presAssocID="{0C59CE41-86FD-4222-954C-F69B1230C7E1}" presName="textRect" presStyleLbl="revTx" presStyleIdx="4" presStyleCnt="6">
        <dgm:presLayoutVars>
          <dgm:chMax val="1"/>
          <dgm:chPref val="1"/>
        </dgm:presLayoutVars>
      </dgm:prSet>
      <dgm:spPr/>
    </dgm:pt>
    <dgm:pt modelId="{78011AF2-A07C-402E-BF35-AE51C3A1505F}" type="pres">
      <dgm:prSet presAssocID="{1F5E3B7F-F817-4368-9022-EB472A188B6D}" presName="sibTrans" presStyleCnt="0"/>
      <dgm:spPr/>
    </dgm:pt>
    <dgm:pt modelId="{0AB3CB7E-B0F1-43CE-8954-29AE17D697BF}" type="pres">
      <dgm:prSet presAssocID="{11074383-C36B-49EB-AD56-E9A800622F12}" presName="compNode" presStyleCnt="0"/>
      <dgm:spPr/>
    </dgm:pt>
    <dgm:pt modelId="{90257F53-A43F-4D1F-AA07-BC4408D558FF}" type="pres">
      <dgm:prSet presAssocID="{11074383-C36B-49EB-AD56-E9A800622F12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BE4232F6-E0C7-4895-8FE4-A59E27998EBD}" type="pres">
      <dgm:prSet presAssocID="{11074383-C36B-49EB-AD56-E9A800622F12}" presName="spaceRect" presStyleCnt="0"/>
      <dgm:spPr/>
    </dgm:pt>
    <dgm:pt modelId="{A41B723D-A0C5-4A16-A418-E3CCACF51A9D}" type="pres">
      <dgm:prSet presAssocID="{11074383-C36B-49EB-AD56-E9A800622F1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80EE803-CDFE-4C1D-AEBD-3057A2A92E01}" type="presOf" srcId="{11074383-C36B-49EB-AD56-E9A800622F12}" destId="{A41B723D-A0C5-4A16-A418-E3CCACF51A9D}" srcOrd="0" destOrd="0" presId="urn:microsoft.com/office/officeart/2018/2/layout/IconLabelList"/>
    <dgm:cxn modelId="{2A8E601A-4B08-44AE-933F-7675E5E35A81}" srcId="{A12510A8-AF65-4835-9F33-F6AABDAA5C89}" destId="{11074383-C36B-49EB-AD56-E9A800622F12}" srcOrd="5" destOrd="0" parTransId="{F6908718-26FA-45AB-9261-CC45057E66FB}" sibTransId="{231156FD-22B6-4EAB-A58C-8631B8FE9744}"/>
    <dgm:cxn modelId="{D8425C23-51E7-4EBA-A3C8-A3FC88EF5324}" srcId="{A12510A8-AF65-4835-9F33-F6AABDAA5C89}" destId="{35AA228B-B299-4812-9349-4461256AB194}" srcOrd="0" destOrd="0" parTransId="{F25CFBF2-A330-4FB9-94DA-1784531F5BE0}" sibTransId="{1F45F319-B67E-4122-A7B9-D166E05A894E}"/>
    <dgm:cxn modelId="{8ACFB024-FAAA-4D55-BF8B-4FB0C61BE2AF}" srcId="{A12510A8-AF65-4835-9F33-F6AABDAA5C89}" destId="{0C59CE41-86FD-4222-954C-F69B1230C7E1}" srcOrd="4" destOrd="0" parTransId="{91D6D3F1-D2B7-4E4C-B3F6-9D32F3D6741C}" sibTransId="{1F5E3B7F-F817-4368-9022-EB472A188B6D}"/>
    <dgm:cxn modelId="{CF511331-151F-4FBF-A3CA-C901AD8CF55A}" type="presOf" srcId="{35AA228B-B299-4812-9349-4461256AB194}" destId="{F85D1C5D-D2B1-4AED-9A65-AD977DCD6CE7}" srcOrd="0" destOrd="0" presId="urn:microsoft.com/office/officeart/2018/2/layout/IconLabelList"/>
    <dgm:cxn modelId="{C6A61F35-4E2A-47CD-B8EB-A76B839E92E2}" type="presOf" srcId="{7FFCB04D-E23D-457F-BAD1-9F180199D8EC}" destId="{1B44BE1A-0F9B-475B-A23D-04F63F48165B}" srcOrd="0" destOrd="0" presId="urn:microsoft.com/office/officeart/2018/2/layout/IconLabelList"/>
    <dgm:cxn modelId="{34E4CD3E-348B-406B-B1FF-1276FD735F7A}" type="presOf" srcId="{5CAC6CC6-EDAE-4D1F-9567-48A2CFA16B6D}" destId="{2D07DE2D-8DC7-451F-8D86-F165CDEBCB77}" srcOrd="0" destOrd="0" presId="urn:microsoft.com/office/officeart/2018/2/layout/IconLabelList"/>
    <dgm:cxn modelId="{3D8F547B-1F93-4498-8981-8851478DB752}" type="presOf" srcId="{A12510A8-AF65-4835-9F33-F6AABDAA5C89}" destId="{3A2C97D1-97A2-4760-BCF7-15C1625097B6}" srcOrd="0" destOrd="0" presId="urn:microsoft.com/office/officeart/2018/2/layout/IconLabelList"/>
    <dgm:cxn modelId="{1006BAA8-DBF6-4C8D-9256-867D3FB61B49}" type="presOf" srcId="{0C59CE41-86FD-4222-954C-F69B1230C7E1}" destId="{EEE26E4C-09BB-4E80-8FFE-57230D9FCA92}" srcOrd="0" destOrd="0" presId="urn:microsoft.com/office/officeart/2018/2/layout/IconLabelList"/>
    <dgm:cxn modelId="{0FDBE2D0-2EC2-4DC2-B687-B7739F80FDBF}" srcId="{A12510A8-AF65-4835-9F33-F6AABDAA5C89}" destId="{5CAC6CC6-EDAE-4D1F-9567-48A2CFA16B6D}" srcOrd="1" destOrd="0" parTransId="{BF156D07-C737-4A97-A339-0DC236E2A441}" sibTransId="{904DC03F-92A4-41C7-AD74-13EE58A46EFF}"/>
    <dgm:cxn modelId="{D19F4DD3-3DE7-492B-A088-10EE4885FEB4}" srcId="{A12510A8-AF65-4835-9F33-F6AABDAA5C89}" destId="{7FFCB04D-E23D-457F-BAD1-9F180199D8EC}" srcOrd="2" destOrd="0" parTransId="{4E9F1111-6200-4A54-98FC-D9ED889C4910}" sibTransId="{CACC800C-6875-4250-85FE-8DD2D254DE3D}"/>
    <dgm:cxn modelId="{2B13C8D3-B732-4630-8358-262E9D9C87B2}" srcId="{A12510A8-AF65-4835-9F33-F6AABDAA5C89}" destId="{1A9211FB-B462-4127-9DEC-8A7C212E022B}" srcOrd="3" destOrd="0" parTransId="{2E229A86-5426-418B-B00F-9FD4278F24AA}" sibTransId="{8CE25BE2-4B7F-4A91-8182-75ADD224D4DE}"/>
    <dgm:cxn modelId="{0284E8FD-EFAD-4060-BDEB-B7A8E5B6CD97}" type="presOf" srcId="{1A9211FB-B462-4127-9DEC-8A7C212E022B}" destId="{3978BD56-A7AD-4D53-933F-07642B1B8DEF}" srcOrd="0" destOrd="0" presId="urn:microsoft.com/office/officeart/2018/2/layout/IconLabelList"/>
    <dgm:cxn modelId="{038CDC58-9BF8-4805-B839-8E22BCAD4DFE}" type="presParOf" srcId="{3A2C97D1-97A2-4760-BCF7-15C1625097B6}" destId="{B8883B07-D89A-46ED-A6F8-52642D9F2D94}" srcOrd="0" destOrd="0" presId="urn:microsoft.com/office/officeart/2018/2/layout/IconLabelList"/>
    <dgm:cxn modelId="{24DD3831-73F1-4294-A8C1-EC953A826289}" type="presParOf" srcId="{B8883B07-D89A-46ED-A6F8-52642D9F2D94}" destId="{B703F4AD-0261-4DEC-AD71-5B585B4876B6}" srcOrd="0" destOrd="0" presId="urn:microsoft.com/office/officeart/2018/2/layout/IconLabelList"/>
    <dgm:cxn modelId="{B7A77BF5-D654-4ECF-BA11-CBE128B58B48}" type="presParOf" srcId="{B8883B07-D89A-46ED-A6F8-52642D9F2D94}" destId="{3ECDD5D9-3837-4C20-B5F9-14DD35426116}" srcOrd="1" destOrd="0" presId="urn:microsoft.com/office/officeart/2018/2/layout/IconLabelList"/>
    <dgm:cxn modelId="{2AEED678-03D8-4EF7-A688-EC536F060CF3}" type="presParOf" srcId="{B8883B07-D89A-46ED-A6F8-52642D9F2D94}" destId="{F85D1C5D-D2B1-4AED-9A65-AD977DCD6CE7}" srcOrd="2" destOrd="0" presId="urn:microsoft.com/office/officeart/2018/2/layout/IconLabelList"/>
    <dgm:cxn modelId="{16876917-E63D-4DD4-80E7-A1408D72425F}" type="presParOf" srcId="{3A2C97D1-97A2-4760-BCF7-15C1625097B6}" destId="{18671AF3-F4AE-4F5F-B0EA-DBC6269E6BD3}" srcOrd="1" destOrd="0" presId="urn:microsoft.com/office/officeart/2018/2/layout/IconLabelList"/>
    <dgm:cxn modelId="{30AD2F20-8269-49BB-B6C8-3BF62B08DEAD}" type="presParOf" srcId="{3A2C97D1-97A2-4760-BCF7-15C1625097B6}" destId="{F0402D3B-5ED3-419E-AC57-D6D4757719E1}" srcOrd="2" destOrd="0" presId="urn:microsoft.com/office/officeart/2018/2/layout/IconLabelList"/>
    <dgm:cxn modelId="{7AD8C04E-4994-4DC9-A945-2C599F11A96E}" type="presParOf" srcId="{F0402D3B-5ED3-419E-AC57-D6D4757719E1}" destId="{79C3CF5B-8168-4318-ADE3-1983D458BF2D}" srcOrd="0" destOrd="0" presId="urn:microsoft.com/office/officeart/2018/2/layout/IconLabelList"/>
    <dgm:cxn modelId="{22E2FB4A-74E6-4AA6-BBA4-A929034B8853}" type="presParOf" srcId="{F0402D3B-5ED3-419E-AC57-D6D4757719E1}" destId="{A269248E-F1C6-435A-8B6C-F7A968BC31B4}" srcOrd="1" destOrd="0" presId="urn:microsoft.com/office/officeart/2018/2/layout/IconLabelList"/>
    <dgm:cxn modelId="{C615E5FA-B788-4435-9AF4-97438AAA9B4B}" type="presParOf" srcId="{F0402D3B-5ED3-419E-AC57-D6D4757719E1}" destId="{2D07DE2D-8DC7-451F-8D86-F165CDEBCB77}" srcOrd="2" destOrd="0" presId="urn:microsoft.com/office/officeart/2018/2/layout/IconLabelList"/>
    <dgm:cxn modelId="{30196D09-DAD9-4CEE-AEE9-9AE34CCDF9CE}" type="presParOf" srcId="{3A2C97D1-97A2-4760-BCF7-15C1625097B6}" destId="{D8CFF772-4B42-499E-A83F-12408B6780E7}" srcOrd="3" destOrd="0" presId="urn:microsoft.com/office/officeart/2018/2/layout/IconLabelList"/>
    <dgm:cxn modelId="{98046CA3-80BB-4A36-BB86-9FBDDD5F0305}" type="presParOf" srcId="{3A2C97D1-97A2-4760-BCF7-15C1625097B6}" destId="{34E9589C-1F98-45A2-84EC-A73A65F21E04}" srcOrd="4" destOrd="0" presId="urn:microsoft.com/office/officeart/2018/2/layout/IconLabelList"/>
    <dgm:cxn modelId="{0B210260-BA39-43A2-8D6C-A865CF28AD03}" type="presParOf" srcId="{34E9589C-1F98-45A2-84EC-A73A65F21E04}" destId="{4BE91300-7ADD-4347-82C2-654AED9F4EC4}" srcOrd="0" destOrd="0" presId="urn:microsoft.com/office/officeart/2018/2/layout/IconLabelList"/>
    <dgm:cxn modelId="{4B3BCA0E-7C55-4274-A2B3-A5FE72D9A5CB}" type="presParOf" srcId="{34E9589C-1F98-45A2-84EC-A73A65F21E04}" destId="{3AD53F9A-D5E3-4148-8912-3DC0EB8665EA}" srcOrd="1" destOrd="0" presId="urn:microsoft.com/office/officeart/2018/2/layout/IconLabelList"/>
    <dgm:cxn modelId="{60BD5A8B-E688-4B43-9A2E-6B6CD51264AE}" type="presParOf" srcId="{34E9589C-1F98-45A2-84EC-A73A65F21E04}" destId="{1B44BE1A-0F9B-475B-A23D-04F63F48165B}" srcOrd="2" destOrd="0" presId="urn:microsoft.com/office/officeart/2018/2/layout/IconLabelList"/>
    <dgm:cxn modelId="{78D8AF10-A224-4312-A5FC-0A7548BFA580}" type="presParOf" srcId="{3A2C97D1-97A2-4760-BCF7-15C1625097B6}" destId="{4278F618-6B28-4B7D-B445-ADFC3A9FD3DB}" srcOrd="5" destOrd="0" presId="urn:microsoft.com/office/officeart/2018/2/layout/IconLabelList"/>
    <dgm:cxn modelId="{EF27D793-38A9-4D04-82B7-AD64302D4A55}" type="presParOf" srcId="{3A2C97D1-97A2-4760-BCF7-15C1625097B6}" destId="{90846F4C-95AC-4310-AA92-A4C3F6AF2B86}" srcOrd="6" destOrd="0" presId="urn:microsoft.com/office/officeart/2018/2/layout/IconLabelList"/>
    <dgm:cxn modelId="{03CE46DF-DE20-445B-9EF5-7F4C97890F4D}" type="presParOf" srcId="{90846F4C-95AC-4310-AA92-A4C3F6AF2B86}" destId="{0FA86A33-3FDB-40B6-8EB0-CBB63354C640}" srcOrd="0" destOrd="0" presId="urn:microsoft.com/office/officeart/2018/2/layout/IconLabelList"/>
    <dgm:cxn modelId="{8F1C42EE-5F71-4D69-B8EE-C0A042BC3469}" type="presParOf" srcId="{90846F4C-95AC-4310-AA92-A4C3F6AF2B86}" destId="{EC6BB7AE-5722-4A09-BAFC-BDD131960913}" srcOrd="1" destOrd="0" presId="urn:microsoft.com/office/officeart/2018/2/layout/IconLabelList"/>
    <dgm:cxn modelId="{18066AA6-34EC-4291-8807-AF020B44AC37}" type="presParOf" srcId="{90846F4C-95AC-4310-AA92-A4C3F6AF2B86}" destId="{3978BD56-A7AD-4D53-933F-07642B1B8DEF}" srcOrd="2" destOrd="0" presId="urn:microsoft.com/office/officeart/2018/2/layout/IconLabelList"/>
    <dgm:cxn modelId="{EC125C28-3F73-4B65-BFAB-A7A658D6FC67}" type="presParOf" srcId="{3A2C97D1-97A2-4760-BCF7-15C1625097B6}" destId="{A43A6A36-6F81-4F8B-841C-37A103A1F086}" srcOrd="7" destOrd="0" presId="urn:microsoft.com/office/officeart/2018/2/layout/IconLabelList"/>
    <dgm:cxn modelId="{6639A735-3509-4DC1-8187-892EF3428554}" type="presParOf" srcId="{3A2C97D1-97A2-4760-BCF7-15C1625097B6}" destId="{BD6ED19C-F897-447C-BB6F-80EDA133C0D4}" srcOrd="8" destOrd="0" presId="urn:microsoft.com/office/officeart/2018/2/layout/IconLabelList"/>
    <dgm:cxn modelId="{C0EAE4A7-1583-4EF1-8B44-92549FDBC97A}" type="presParOf" srcId="{BD6ED19C-F897-447C-BB6F-80EDA133C0D4}" destId="{4F4A39B8-23D3-439F-A079-8F7202D0D05E}" srcOrd="0" destOrd="0" presId="urn:microsoft.com/office/officeart/2018/2/layout/IconLabelList"/>
    <dgm:cxn modelId="{852734F4-27F1-44D3-86A3-A7004C764A4B}" type="presParOf" srcId="{BD6ED19C-F897-447C-BB6F-80EDA133C0D4}" destId="{8E2313CE-E3B7-4737-BE35-10C92B45B1BA}" srcOrd="1" destOrd="0" presId="urn:microsoft.com/office/officeart/2018/2/layout/IconLabelList"/>
    <dgm:cxn modelId="{2EB5E364-41F6-4E8C-9931-9716593273D3}" type="presParOf" srcId="{BD6ED19C-F897-447C-BB6F-80EDA133C0D4}" destId="{EEE26E4C-09BB-4E80-8FFE-57230D9FCA92}" srcOrd="2" destOrd="0" presId="urn:microsoft.com/office/officeart/2018/2/layout/IconLabelList"/>
    <dgm:cxn modelId="{54AD702B-7640-40B6-9EA2-00EB91E94F2C}" type="presParOf" srcId="{3A2C97D1-97A2-4760-BCF7-15C1625097B6}" destId="{78011AF2-A07C-402E-BF35-AE51C3A1505F}" srcOrd="9" destOrd="0" presId="urn:microsoft.com/office/officeart/2018/2/layout/IconLabelList"/>
    <dgm:cxn modelId="{92B1ABAC-C06F-4B2A-994D-8D448B673D14}" type="presParOf" srcId="{3A2C97D1-97A2-4760-BCF7-15C1625097B6}" destId="{0AB3CB7E-B0F1-43CE-8954-29AE17D697BF}" srcOrd="10" destOrd="0" presId="urn:microsoft.com/office/officeart/2018/2/layout/IconLabelList"/>
    <dgm:cxn modelId="{774D904B-0449-46A3-882F-A3729B1AE593}" type="presParOf" srcId="{0AB3CB7E-B0F1-43CE-8954-29AE17D697BF}" destId="{90257F53-A43F-4D1F-AA07-BC4408D558FF}" srcOrd="0" destOrd="0" presId="urn:microsoft.com/office/officeart/2018/2/layout/IconLabelList"/>
    <dgm:cxn modelId="{BFF828A4-A3D2-4B23-86A1-862712A1FB71}" type="presParOf" srcId="{0AB3CB7E-B0F1-43CE-8954-29AE17D697BF}" destId="{BE4232F6-E0C7-4895-8FE4-A59E27998EBD}" srcOrd="1" destOrd="0" presId="urn:microsoft.com/office/officeart/2018/2/layout/IconLabelList"/>
    <dgm:cxn modelId="{AAE8C85B-E843-41B1-A463-581641DFD3EE}" type="presParOf" srcId="{0AB3CB7E-B0F1-43CE-8954-29AE17D697BF}" destId="{A41B723D-A0C5-4A16-A418-E3CCACF51A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18B2A1-20E9-4E5F-AF24-03CF799FDF36}" type="doc">
      <dgm:prSet loTypeId="urn:microsoft.com/office/officeart/2005/8/layout/process5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1626761-725D-40B3-8193-78E3640A4010}">
      <dgm:prSet/>
      <dgm:spPr/>
      <dgm:t>
        <a:bodyPr/>
        <a:lstStyle/>
        <a:p>
          <a:r>
            <a:rPr lang="es-HN"/>
            <a:t>Registrar, actualizar, eliminar y buscar países. </a:t>
          </a:r>
          <a:endParaRPr lang="en-US"/>
        </a:p>
      </dgm:t>
    </dgm:pt>
    <dgm:pt modelId="{306DF69A-01C9-438B-81AE-EF2A7DDD5373}" type="parTrans" cxnId="{CA20F764-0A83-4143-B2DD-543DF3DF2558}">
      <dgm:prSet/>
      <dgm:spPr/>
      <dgm:t>
        <a:bodyPr/>
        <a:lstStyle/>
        <a:p>
          <a:endParaRPr lang="en-US"/>
        </a:p>
      </dgm:t>
    </dgm:pt>
    <dgm:pt modelId="{6841F816-0C5F-4D56-A30D-1812C5228640}" type="sibTrans" cxnId="{CA20F764-0A83-4143-B2DD-543DF3DF2558}">
      <dgm:prSet/>
      <dgm:spPr/>
      <dgm:t>
        <a:bodyPr/>
        <a:lstStyle/>
        <a:p>
          <a:endParaRPr lang="en-US"/>
        </a:p>
      </dgm:t>
    </dgm:pt>
    <dgm:pt modelId="{8DC68123-28B0-4C56-AFD1-FD5E892D447D}">
      <dgm:prSet/>
      <dgm:spPr/>
      <dgm:t>
        <a:bodyPr/>
        <a:lstStyle/>
        <a:p>
          <a:r>
            <a:rPr lang="es-HN"/>
            <a:t>Administrar empresas. </a:t>
          </a:r>
          <a:endParaRPr lang="en-US"/>
        </a:p>
      </dgm:t>
    </dgm:pt>
    <dgm:pt modelId="{8EEDB8C9-ED2D-4AD3-9F2A-287C8B240962}" type="parTrans" cxnId="{2112230E-1531-4511-BE70-E3E4043C17E9}">
      <dgm:prSet/>
      <dgm:spPr/>
      <dgm:t>
        <a:bodyPr/>
        <a:lstStyle/>
        <a:p>
          <a:endParaRPr lang="en-US"/>
        </a:p>
      </dgm:t>
    </dgm:pt>
    <dgm:pt modelId="{0AB40932-DD70-4C7E-8A2A-FE8FDBAF0CAD}" type="sibTrans" cxnId="{2112230E-1531-4511-BE70-E3E4043C17E9}">
      <dgm:prSet/>
      <dgm:spPr/>
      <dgm:t>
        <a:bodyPr/>
        <a:lstStyle/>
        <a:p>
          <a:endParaRPr lang="en-US"/>
        </a:p>
      </dgm:t>
    </dgm:pt>
    <dgm:pt modelId="{397AEC53-B5BA-4974-9D5E-0C4E7B9737D2}">
      <dgm:prSet/>
      <dgm:spPr/>
      <dgm:t>
        <a:bodyPr/>
        <a:lstStyle/>
        <a:p>
          <a:r>
            <a:rPr lang="es-HN"/>
            <a:t>Registrar departamentos internos de cada empresa. </a:t>
          </a:r>
          <a:endParaRPr lang="en-US"/>
        </a:p>
      </dgm:t>
    </dgm:pt>
    <dgm:pt modelId="{BB6C99C2-CAC9-482C-988F-52F25B21710C}" type="parTrans" cxnId="{2CD30884-6C34-4932-AA1C-DD212DAC093A}">
      <dgm:prSet/>
      <dgm:spPr/>
      <dgm:t>
        <a:bodyPr/>
        <a:lstStyle/>
        <a:p>
          <a:endParaRPr lang="en-US"/>
        </a:p>
      </dgm:t>
    </dgm:pt>
    <dgm:pt modelId="{68B669B0-280F-4412-9DA3-FFB53E528162}" type="sibTrans" cxnId="{2CD30884-6C34-4932-AA1C-DD212DAC093A}">
      <dgm:prSet/>
      <dgm:spPr/>
      <dgm:t>
        <a:bodyPr/>
        <a:lstStyle/>
        <a:p>
          <a:endParaRPr lang="en-US"/>
        </a:p>
      </dgm:t>
    </dgm:pt>
    <dgm:pt modelId="{0493BA8A-C310-4A79-8653-8873E0978C7B}">
      <dgm:prSet/>
      <dgm:spPr/>
      <dgm:t>
        <a:bodyPr/>
        <a:lstStyle/>
        <a:p>
          <a:r>
            <a:rPr lang="es-HN"/>
            <a:t>Administrar cargos y salarios base. </a:t>
          </a:r>
          <a:endParaRPr lang="en-US"/>
        </a:p>
      </dgm:t>
    </dgm:pt>
    <dgm:pt modelId="{7BFCB1F1-7DB8-4CC4-90CE-AA018661C987}" type="parTrans" cxnId="{27A89887-7728-465F-8090-54BC13C2FD35}">
      <dgm:prSet/>
      <dgm:spPr/>
      <dgm:t>
        <a:bodyPr/>
        <a:lstStyle/>
        <a:p>
          <a:endParaRPr lang="en-US"/>
        </a:p>
      </dgm:t>
    </dgm:pt>
    <dgm:pt modelId="{00D37126-E5B8-434C-8D9A-7FC526B500BC}" type="sibTrans" cxnId="{27A89887-7728-465F-8090-54BC13C2FD35}">
      <dgm:prSet/>
      <dgm:spPr/>
      <dgm:t>
        <a:bodyPr/>
        <a:lstStyle/>
        <a:p>
          <a:endParaRPr lang="en-US"/>
        </a:p>
      </dgm:t>
    </dgm:pt>
    <dgm:pt modelId="{90CB7E26-FA5F-473B-9882-F359C10B2947}">
      <dgm:prSet/>
      <dgm:spPr/>
      <dgm:t>
        <a:bodyPr/>
        <a:lstStyle/>
        <a:p>
          <a:r>
            <a:rPr lang="es-HN"/>
            <a:t>Registrar empleados con información personal y laboral. </a:t>
          </a:r>
          <a:endParaRPr lang="en-US"/>
        </a:p>
      </dgm:t>
    </dgm:pt>
    <dgm:pt modelId="{A06D679D-8CDB-480E-83FB-86EBC75A654F}" type="parTrans" cxnId="{71BF79B1-5617-4FD0-AC36-7A33D49E3703}">
      <dgm:prSet/>
      <dgm:spPr/>
      <dgm:t>
        <a:bodyPr/>
        <a:lstStyle/>
        <a:p>
          <a:endParaRPr lang="en-US"/>
        </a:p>
      </dgm:t>
    </dgm:pt>
    <dgm:pt modelId="{7999E7AF-C8AE-42CA-98C2-1209262FC738}" type="sibTrans" cxnId="{71BF79B1-5617-4FD0-AC36-7A33D49E3703}">
      <dgm:prSet/>
      <dgm:spPr/>
      <dgm:t>
        <a:bodyPr/>
        <a:lstStyle/>
        <a:p>
          <a:endParaRPr lang="en-US"/>
        </a:p>
      </dgm:t>
    </dgm:pt>
    <dgm:pt modelId="{10B34D99-5B19-4046-86C6-45888E73FC82}">
      <dgm:prSet/>
      <dgm:spPr/>
      <dgm:t>
        <a:bodyPr/>
        <a:lstStyle/>
        <a:p>
          <a:r>
            <a:rPr lang="es-HN"/>
            <a:t>Asociar empleados con país, departamento y cargo. </a:t>
          </a:r>
          <a:endParaRPr lang="en-US"/>
        </a:p>
      </dgm:t>
    </dgm:pt>
    <dgm:pt modelId="{EB7E9627-CE04-4043-A912-CDEB9EFBB436}" type="parTrans" cxnId="{2546FD5C-B581-4182-A78D-BEAFD37F912F}">
      <dgm:prSet/>
      <dgm:spPr/>
      <dgm:t>
        <a:bodyPr/>
        <a:lstStyle/>
        <a:p>
          <a:endParaRPr lang="en-US"/>
        </a:p>
      </dgm:t>
    </dgm:pt>
    <dgm:pt modelId="{14B68562-9586-49DB-83C2-C2F18CCAC11E}" type="sibTrans" cxnId="{2546FD5C-B581-4182-A78D-BEAFD37F912F}">
      <dgm:prSet/>
      <dgm:spPr/>
      <dgm:t>
        <a:bodyPr/>
        <a:lstStyle/>
        <a:p>
          <a:endParaRPr lang="en-US"/>
        </a:p>
      </dgm:t>
    </dgm:pt>
    <dgm:pt modelId="{57DC497E-0899-4833-8027-4B43A7CAA874}">
      <dgm:prSet/>
      <dgm:spPr/>
      <dgm:t>
        <a:bodyPr/>
        <a:lstStyle/>
        <a:p>
          <a:r>
            <a:rPr lang="es-HN"/>
            <a:t>Guardar y visualizar fotografías de empleados. </a:t>
          </a:r>
          <a:endParaRPr lang="en-US"/>
        </a:p>
      </dgm:t>
    </dgm:pt>
    <dgm:pt modelId="{33F85154-E67B-46B1-ACEA-AC93967802E5}" type="parTrans" cxnId="{655B0148-5572-4713-9E97-7DC0EDB42FF7}">
      <dgm:prSet/>
      <dgm:spPr/>
      <dgm:t>
        <a:bodyPr/>
        <a:lstStyle/>
        <a:p>
          <a:endParaRPr lang="en-US"/>
        </a:p>
      </dgm:t>
    </dgm:pt>
    <dgm:pt modelId="{95A5B93C-D32A-4E60-97D9-28B4EA8B328F}" type="sibTrans" cxnId="{655B0148-5572-4713-9E97-7DC0EDB42FF7}">
      <dgm:prSet/>
      <dgm:spPr/>
      <dgm:t>
        <a:bodyPr/>
        <a:lstStyle/>
        <a:p>
          <a:endParaRPr lang="en-US"/>
        </a:p>
      </dgm:t>
    </dgm:pt>
    <dgm:pt modelId="{2972D2A9-4632-4149-93F4-D253948F6CD3}">
      <dgm:prSet/>
      <dgm:spPr/>
      <dgm:t>
        <a:bodyPr/>
        <a:lstStyle/>
        <a:p>
          <a:r>
            <a:rPr lang="es-HN"/>
            <a:t>Crear proyectos. </a:t>
          </a:r>
          <a:endParaRPr lang="en-US"/>
        </a:p>
      </dgm:t>
    </dgm:pt>
    <dgm:pt modelId="{2784DED8-44CF-4CAD-9B11-250D14CA7AE4}" type="parTrans" cxnId="{582476B1-4754-4D3F-93A9-1546E0EF30B3}">
      <dgm:prSet/>
      <dgm:spPr/>
      <dgm:t>
        <a:bodyPr/>
        <a:lstStyle/>
        <a:p>
          <a:endParaRPr lang="en-US"/>
        </a:p>
      </dgm:t>
    </dgm:pt>
    <dgm:pt modelId="{EEC302D3-F2F8-4879-A31F-B68BAD295815}" type="sibTrans" cxnId="{582476B1-4754-4D3F-93A9-1546E0EF30B3}">
      <dgm:prSet/>
      <dgm:spPr/>
      <dgm:t>
        <a:bodyPr/>
        <a:lstStyle/>
        <a:p>
          <a:endParaRPr lang="en-US"/>
        </a:p>
      </dgm:t>
    </dgm:pt>
    <dgm:pt modelId="{89AAF4F0-AEE2-4AAA-9FCF-C8E1B8CC144A}">
      <dgm:prSet/>
      <dgm:spPr/>
      <dgm:t>
        <a:bodyPr/>
        <a:lstStyle/>
        <a:p>
          <a:r>
            <a:rPr lang="es-HN"/>
            <a:t>Asignar empleados a proyectos. </a:t>
          </a:r>
          <a:endParaRPr lang="en-US"/>
        </a:p>
      </dgm:t>
    </dgm:pt>
    <dgm:pt modelId="{27921C4D-86F6-4D5F-B950-A399ACDB9944}" type="parTrans" cxnId="{34CE0ABF-6994-4D36-813A-F7F4E067B4BB}">
      <dgm:prSet/>
      <dgm:spPr/>
      <dgm:t>
        <a:bodyPr/>
        <a:lstStyle/>
        <a:p>
          <a:endParaRPr lang="en-US"/>
        </a:p>
      </dgm:t>
    </dgm:pt>
    <dgm:pt modelId="{39DF5894-028F-4ABD-B43B-90F9B0BE8377}" type="sibTrans" cxnId="{34CE0ABF-6994-4D36-813A-F7F4E067B4BB}">
      <dgm:prSet/>
      <dgm:spPr/>
      <dgm:t>
        <a:bodyPr/>
        <a:lstStyle/>
        <a:p>
          <a:endParaRPr lang="en-US"/>
        </a:p>
      </dgm:t>
    </dgm:pt>
    <dgm:pt modelId="{98F5D8C3-539F-456D-A769-9320FC0375D3}">
      <dgm:prSet/>
      <dgm:spPr/>
      <dgm:t>
        <a:bodyPr/>
        <a:lstStyle/>
        <a:p>
          <a:r>
            <a:rPr lang="es-HN"/>
            <a:t>Registrar roles, fechas y horas de participación.</a:t>
          </a:r>
          <a:endParaRPr lang="en-US"/>
        </a:p>
      </dgm:t>
    </dgm:pt>
    <dgm:pt modelId="{98B07FE3-7E01-4BA5-9569-E861CBB9992F}" type="parTrans" cxnId="{78740188-513E-4E22-8D77-012566A2A575}">
      <dgm:prSet/>
      <dgm:spPr/>
      <dgm:t>
        <a:bodyPr/>
        <a:lstStyle/>
        <a:p>
          <a:endParaRPr lang="en-US"/>
        </a:p>
      </dgm:t>
    </dgm:pt>
    <dgm:pt modelId="{810473F4-DD7C-4DBC-90CC-7A1C7E8F7847}" type="sibTrans" cxnId="{78740188-513E-4E22-8D77-012566A2A575}">
      <dgm:prSet/>
      <dgm:spPr/>
      <dgm:t>
        <a:bodyPr/>
        <a:lstStyle/>
        <a:p>
          <a:endParaRPr lang="en-US"/>
        </a:p>
      </dgm:t>
    </dgm:pt>
    <dgm:pt modelId="{A4D69C71-C040-4320-9D2E-84A031235D29}" type="pres">
      <dgm:prSet presAssocID="{7E18B2A1-20E9-4E5F-AF24-03CF799FDF36}" presName="diagram" presStyleCnt="0">
        <dgm:presLayoutVars>
          <dgm:dir/>
          <dgm:resizeHandles val="exact"/>
        </dgm:presLayoutVars>
      </dgm:prSet>
      <dgm:spPr/>
    </dgm:pt>
    <dgm:pt modelId="{83EC1DC2-4302-475F-901E-CDFA76250920}" type="pres">
      <dgm:prSet presAssocID="{A1626761-725D-40B3-8193-78E3640A4010}" presName="node" presStyleLbl="node1" presStyleIdx="0" presStyleCnt="10">
        <dgm:presLayoutVars>
          <dgm:bulletEnabled val="1"/>
        </dgm:presLayoutVars>
      </dgm:prSet>
      <dgm:spPr/>
    </dgm:pt>
    <dgm:pt modelId="{1765130A-FC4D-499A-89A2-031B6FD928F9}" type="pres">
      <dgm:prSet presAssocID="{6841F816-0C5F-4D56-A30D-1812C5228640}" presName="sibTrans" presStyleLbl="sibTrans2D1" presStyleIdx="0" presStyleCnt="9"/>
      <dgm:spPr/>
    </dgm:pt>
    <dgm:pt modelId="{91873510-95D6-41F2-8F66-A203B8233DF0}" type="pres">
      <dgm:prSet presAssocID="{6841F816-0C5F-4D56-A30D-1812C5228640}" presName="connectorText" presStyleLbl="sibTrans2D1" presStyleIdx="0" presStyleCnt="9"/>
      <dgm:spPr/>
    </dgm:pt>
    <dgm:pt modelId="{99D7EB6D-168B-43F5-B4AE-E8FD9430D104}" type="pres">
      <dgm:prSet presAssocID="{8DC68123-28B0-4C56-AFD1-FD5E892D447D}" presName="node" presStyleLbl="node1" presStyleIdx="1" presStyleCnt="10">
        <dgm:presLayoutVars>
          <dgm:bulletEnabled val="1"/>
        </dgm:presLayoutVars>
      </dgm:prSet>
      <dgm:spPr/>
    </dgm:pt>
    <dgm:pt modelId="{CE6E8C1E-C39C-4186-929A-09446C6D4245}" type="pres">
      <dgm:prSet presAssocID="{0AB40932-DD70-4C7E-8A2A-FE8FDBAF0CAD}" presName="sibTrans" presStyleLbl="sibTrans2D1" presStyleIdx="1" presStyleCnt="9"/>
      <dgm:spPr/>
    </dgm:pt>
    <dgm:pt modelId="{9C110DDE-82C0-4018-AA53-27C06387FDE1}" type="pres">
      <dgm:prSet presAssocID="{0AB40932-DD70-4C7E-8A2A-FE8FDBAF0CAD}" presName="connectorText" presStyleLbl="sibTrans2D1" presStyleIdx="1" presStyleCnt="9"/>
      <dgm:spPr/>
    </dgm:pt>
    <dgm:pt modelId="{F04833E7-D065-4CD3-A1FE-3C0CF7429681}" type="pres">
      <dgm:prSet presAssocID="{397AEC53-B5BA-4974-9D5E-0C4E7B9737D2}" presName="node" presStyleLbl="node1" presStyleIdx="2" presStyleCnt="10">
        <dgm:presLayoutVars>
          <dgm:bulletEnabled val="1"/>
        </dgm:presLayoutVars>
      </dgm:prSet>
      <dgm:spPr/>
    </dgm:pt>
    <dgm:pt modelId="{A3DAF2C0-4DB1-4C83-83E0-1F28428C489D}" type="pres">
      <dgm:prSet presAssocID="{68B669B0-280F-4412-9DA3-FFB53E528162}" presName="sibTrans" presStyleLbl="sibTrans2D1" presStyleIdx="2" presStyleCnt="9"/>
      <dgm:spPr/>
    </dgm:pt>
    <dgm:pt modelId="{50D651B5-CE67-4A9B-875E-30B62C29F13B}" type="pres">
      <dgm:prSet presAssocID="{68B669B0-280F-4412-9DA3-FFB53E528162}" presName="connectorText" presStyleLbl="sibTrans2D1" presStyleIdx="2" presStyleCnt="9"/>
      <dgm:spPr/>
    </dgm:pt>
    <dgm:pt modelId="{01B6A85C-6CF6-4F29-8557-E0F5921739A5}" type="pres">
      <dgm:prSet presAssocID="{0493BA8A-C310-4A79-8653-8873E0978C7B}" presName="node" presStyleLbl="node1" presStyleIdx="3" presStyleCnt="10">
        <dgm:presLayoutVars>
          <dgm:bulletEnabled val="1"/>
        </dgm:presLayoutVars>
      </dgm:prSet>
      <dgm:spPr/>
    </dgm:pt>
    <dgm:pt modelId="{DDC66EC7-3359-4449-9296-DA56F6BEC90A}" type="pres">
      <dgm:prSet presAssocID="{00D37126-E5B8-434C-8D9A-7FC526B500BC}" presName="sibTrans" presStyleLbl="sibTrans2D1" presStyleIdx="3" presStyleCnt="9"/>
      <dgm:spPr/>
    </dgm:pt>
    <dgm:pt modelId="{645F1471-9312-4AAC-A30E-54E70BAC6852}" type="pres">
      <dgm:prSet presAssocID="{00D37126-E5B8-434C-8D9A-7FC526B500BC}" presName="connectorText" presStyleLbl="sibTrans2D1" presStyleIdx="3" presStyleCnt="9"/>
      <dgm:spPr/>
    </dgm:pt>
    <dgm:pt modelId="{7A0C25C3-3F35-4EAE-828C-805450471065}" type="pres">
      <dgm:prSet presAssocID="{90CB7E26-FA5F-473B-9882-F359C10B2947}" presName="node" presStyleLbl="node1" presStyleIdx="4" presStyleCnt="10">
        <dgm:presLayoutVars>
          <dgm:bulletEnabled val="1"/>
        </dgm:presLayoutVars>
      </dgm:prSet>
      <dgm:spPr/>
    </dgm:pt>
    <dgm:pt modelId="{ED4E8BB5-D96E-4690-9866-F4AC0F6DBD1D}" type="pres">
      <dgm:prSet presAssocID="{7999E7AF-C8AE-42CA-98C2-1209262FC738}" presName="sibTrans" presStyleLbl="sibTrans2D1" presStyleIdx="4" presStyleCnt="9"/>
      <dgm:spPr/>
    </dgm:pt>
    <dgm:pt modelId="{471BE7C5-6D04-47DC-8A5C-A996A1008409}" type="pres">
      <dgm:prSet presAssocID="{7999E7AF-C8AE-42CA-98C2-1209262FC738}" presName="connectorText" presStyleLbl="sibTrans2D1" presStyleIdx="4" presStyleCnt="9"/>
      <dgm:spPr/>
    </dgm:pt>
    <dgm:pt modelId="{C15F7DC4-5BA4-4ECF-A075-B181C75F49D0}" type="pres">
      <dgm:prSet presAssocID="{10B34D99-5B19-4046-86C6-45888E73FC82}" presName="node" presStyleLbl="node1" presStyleIdx="5" presStyleCnt="10">
        <dgm:presLayoutVars>
          <dgm:bulletEnabled val="1"/>
        </dgm:presLayoutVars>
      </dgm:prSet>
      <dgm:spPr/>
    </dgm:pt>
    <dgm:pt modelId="{6AFDB830-0362-432A-8526-31F45ED261EF}" type="pres">
      <dgm:prSet presAssocID="{14B68562-9586-49DB-83C2-C2F18CCAC11E}" presName="sibTrans" presStyleLbl="sibTrans2D1" presStyleIdx="5" presStyleCnt="9"/>
      <dgm:spPr/>
    </dgm:pt>
    <dgm:pt modelId="{CD52ABE0-C912-4AC2-B847-29ABE4C32DA1}" type="pres">
      <dgm:prSet presAssocID="{14B68562-9586-49DB-83C2-C2F18CCAC11E}" presName="connectorText" presStyleLbl="sibTrans2D1" presStyleIdx="5" presStyleCnt="9"/>
      <dgm:spPr/>
    </dgm:pt>
    <dgm:pt modelId="{46BD9ED0-CD65-4945-8871-065E25BCC198}" type="pres">
      <dgm:prSet presAssocID="{57DC497E-0899-4833-8027-4B43A7CAA874}" presName="node" presStyleLbl="node1" presStyleIdx="6" presStyleCnt="10">
        <dgm:presLayoutVars>
          <dgm:bulletEnabled val="1"/>
        </dgm:presLayoutVars>
      </dgm:prSet>
      <dgm:spPr/>
    </dgm:pt>
    <dgm:pt modelId="{397538C3-15FD-4EAA-A23E-94B589E52B83}" type="pres">
      <dgm:prSet presAssocID="{95A5B93C-D32A-4E60-97D9-28B4EA8B328F}" presName="sibTrans" presStyleLbl="sibTrans2D1" presStyleIdx="6" presStyleCnt="9"/>
      <dgm:spPr/>
    </dgm:pt>
    <dgm:pt modelId="{60359A8D-FBB8-49E8-8761-1D36DCA2120B}" type="pres">
      <dgm:prSet presAssocID="{95A5B93C-D32A-4E60-97D9-28B4EA8B328F}" presName="connectorText" presStyleLbl="sibTrans2D1" presStyleIdx="6" presStyleCnt="9"/>
      <dgm:spPr/>
    </dgm:pt>
    <dgm:pt modelId="{530E1F08-F1CA-4BBD-9093-B9E9AB2A2673}" type="pres">
      <dgm:prSet presAssocID="{2972D2A9-4632-4149-93F4-D253948F6CD3}" presName="node" presStyleLbl="node1" presStyleIdx="7" presStyleCnt="10">
        <dgm:presLayoutVars>
          <dgm:bulletEnabled val="1"/>
        </dgm:presLayoutVars>
      </dgm:prSet>
      <dgm:spPr/>
    </dgm:pt>
    <dgm:pt modelId="{E706B603-1A53-4259-BFDF-01B77B90EF46}" type="pres">
      <dgm:prSet presAssocID="{EEC302D3-F2F8-4879-A31F-B68BAD295815}" presName="sibTrans" presStyleLbl="sibTrans2D1" presStyleIdx="7" presStyleCnt="9"/>
      <dgm:spPr/>
    </dgm:pt>
    <dgm:pt modelId="{90B86E97-6ED7-453B-815B-588065AF5884}" type="pres">
      <dgm:prSet presAssocID="{EEC302D3-F2F8-4879-A31F-B68BAD295815}" presName="connectorText" presStyleLbl="sibTrans2D1" presStyleIdx="7" presStyleCnt="9"/>
      <dgm:spPr/>
    </dgm:pt>
    <dgm:pt modelId="{60F38FBB-5EB9-4E67-8091-15C96FC2B4BD}" type="pres">
      <dgm:prSet presAssocID="{89AAF4F0-AEE2-4AAA-9FCF-C8E1B8CC144A}" presName="node" presStyleLbl="node1" presStyleIdx="8" presStyleCnt="10">
        <dgm:presLayoutVars>
          <dgm:bulletEnabled val="1"/>
        </dgm:presLayoutVars>
      </dgm:prSet>
      <dgm:spPr/>
    </dgm:pt>
    <dgm:pt modelId="{08583848-020D-44D3-BE91-C2DB85A52F79}" type="pres">
      <dgm:prSet presAssocID="{39DF5894-028F-4ABD-B43B-90F9B0BE8377}" presName="sibTrans" presStyleLbl="sibTrans2D1" presStyleIdx="8" presStyleCnt="9"/>
      <dgm:spPr/>
    </dgm:pt>
    <dgm:pt modelId="{4E570455-2A5F-437A-9B1D-B289BB948851}" type="pres">
      <dgm:prSet presAssocID="{39DF5894-028F-4ABD-B43B-90F9B0BE8377}" presName="connectorText" presStyleLbl="sibTrans2D1" presStyleIdx="8" presStyleCnt="9"/>
      <dgm:spPr/>
    </dgm:pt>
    <dgm:pt modelId="{DC879EF2-5E41-469B-AEFB-9D4E510DE503}" type="pres">
      <dgm:prSet presAssocID="{98F5D8C3-539F-456D-A769-9320FC0375D3}" presName="node" presStyleLbl="node1" presStyleIdx="9" presStyleCnt="10">
        <dgm:presLayoutVars>
          <dgm:bulletEnabled val="1"/>
        </dgm:presLayoutVars>
      </dgm:prSet>
      <dgm:spPr/>
    </dgm:pt>
  </dgm:ptLst>
  <dgm:cxnLst>
    <dgm:cxn modelId="{D0B68E05-2E17-4C30-AEBF-0C8FEF5BAC13}" type="presOf" srcId="{A1626761-725D-40B3-8193-78E3640A4010}" destId="{83EC1DC2-4302-475F-901E-CDFA76250920}" srcOrd="0" destOrd="0" presId="urn:microsoft.com/office/officeart/2005/8/layout/process5"/>
    <dgm:cxn modelId="{1258CD0C-39E2-4142-BE6D-BF8DEFA9125E}" type="presOf" srcId="{00D37126-E5B8-434C-8D9A-7FC526B500BC}" destId="{645F1471-9312-4AAC-A30E-54E70BAC6852}" srcOrd="1" destOrd="0" presId="urn:microsoft.com/office/officeart/2005/8/layout/process5"/>
    <dgm:cxn modelId="{8F58E40C-30D1-4229-ACF6-2468BE4E5D75}" type="presOf" srcId="{14B68562-9586-49DB-83C2-C2F18CCAC11E}" destId="{CD52ABE0-C912-4AC2-B847-29ABE4C32DA1}" srcOrd="1" destOrd="0" presId="urn:microsoft.com/office/officeart/2005/8/layout/process5"/>
    <dgm:cxn modelId="{2112230E-1531-4511-BE70-E3E4043C17E9}" srcId="{7E18B2A1-20E9-4E5F-AF24-03CF799FDF36}" destId="{8DC68123-28B0-4C56-AFD1-FD5E892D447D}" srcOrd="1" destOrd="0" parTransId="{8EEDB8C9-ED2D-4AD3-9F2A-287C8B240962}" sibTransId="{0AB40932-DD70-4C7E-8A2A-FE8FDBAF0CAD}"/>
    <dgm:cxn modelId="{97446610-19BA-4422-ADDA-FA3C7C6BC310}" type="presOf" srcId="{6841F816-0C5F-4D56-A30D-1812C5228640}" destId="{1765130A-FC4D-499A-89A2-031B6FD928F9}" srcOrd="0" destOrd="0" presId="urn:microsoft.com/office/officeart/2005/8/layout/process5"/>
    <dgm:cxn modelId="{B29FB82A-1FD5-4E0D-9FF2-8EB125173E6A}" type="presOf" srcId="{0493BA8A-C310-4A79-8653-8873E0978C7B}" destId="{01B6A85C-6CF6-4F29-8557-E0F5921739A5}" srcOrd="0" destOrd="0" presId="urn:microsoft.com/office/officeart/2005/8/layout/process5"/>
    <dgm:cxn modelId="{B11BDF2E-701F-4CB8-BD53-EBC58989AB11}" type="presOf" srcId="{68B669B0-280F-4412-9DA3-FFB53E528162}" destId="{50D651B5-CE67-4A9B-875E-30B62C29F13B}" srcOrd="1" destOrd="0" presId="urn:microsoft.com/office/officeart/2005/8/layout/process5"/>
    <dgm:cxn modelId="{ECADFA2E-AFA6-47C7-965B-6F017624B67D}" type="presOf" srcId="{39DF5894-028F-4ABD-B43B-90F9B0BE8377}" destId="{08583848-020D-44D3-BE91-C2DB85A52F79}" srcOrd="0" destOrd="0" presId="urn:microsoft.com/office/officeart/2005/8/layout/process5"/>
    <dgm:cxn modelId="{29576E30-E50E-4300-A052-E7E7F0EC0275}" type="presOf" srcId="{98F5D8C3-539F-456D-A769-9320FC0375D3}" destId="{DC879EF2-5E41-469B-AEFB-9D4E510DE503}" srcOrd="0" destOrd="0" presId="urn:microsoft.com/office/officeart/2005/8/layout/process5"/>
    <dgm:cxn modelId="{18237332-0D45-4122-8234-36F924BF1A5E}" type="presOf" srcId="{39DF5894-028F-4ABD-B43B-90F9B0BE8377}" destId="{4E570455-2A5F-437A-9B1D-B289BB948851}" srcOrd="1" destOrd="0" presId="urn:microsoft.com/office/officeart/2005/8/layout/process5"/>
    <dgm:cxn modelId="{0C648036-542D-4651-A3DF-558A15CA0B28}" type="presOf" srcId="{68B669B0-280F-4412-9DA3-FFB53E528162}" destId="{A3DAF2C0-4DB1-4C83-83E0-1F28428C489D}" srcOrd="0" destOrd="0" presId="urn:microsoft.com/office/officeart/2005/8/layout/process5"/>
    <dgm:cxn modelId="{2546FD5C-B581-4182-A78D-BEAFD37F912F}" srcId="{7E18B2A1-20E9-4E5F-AF24-03CF799FDF36}" destId="{10B34D99-5B19-4046-86C6-45888E73FC82}" srcOrd="5" destOrd="0" parTransId="{EB7E9627-CE04-4043-A912-CDEB9EFBB436}" sibTransId="{14B68562-9586-49DB-83C2-C2F18CCAC11E}"/>
    <dgm:cxn modelId="{CA20F764-0A83-4143-B2DD-543DF3DF2558}" srcId="{7E18B2A1-20E9-4E5F-AF24-03CF799FDF36}" destId="{A1626761-725D-40B3-8193-78E3640A4010}" srcOrd="0" destOrd="0" parTransId="{306DF69A-01C9-438B-81AE-EF2A7DDD5373}" sibTransId="{6841F816-0C5F-4D56-A30D-1812C5228640}"/>
    <dgm:cxn modelId="{1C232A45-BF50-43E9-BF28-9BF9EFFC4C03}" type="presOf" srcId="{10B34D99-5B19-4046-86C6-45888E73FC82}" destId="{C15F7DC4-5BA4-4ECF-A075-B181C75F49D0}" srcOrd="0" destOrd="0" presId="urn:microsoft.com/office/officeart/2005/8/layout/process5"/>
    <dgm:cxn modelId="{AF3AF967-B37F-466E-8263-860611A72480}" type="presOf" srcId="{0AB40932-DD70-4C7E-8A2A-FE8FDBAF0CAD}" destId="{CE6E8C1E-C39C-4186-929A-09446C6D4245}" srcOrd="0" destOrd="0" presId="urn:microsoft.com/office/officeart/2005/8/layout/process5"/>
    <dgm:cxn modelId="{655B0148-5572-4713-9E97-7DC0EDB42FF7}" srcId="{7E18B2A1-20E9-4E5F-AF24-03CF799FDF36}" destId="{57DC497E-0899-4833-8027-4B43A7CAA874}" srcOrd="6" destOrd="0" parTransId="{33F85154-E67B-46B1-ACEA-AC93967802E5}" sibTransId="{95A5B93C-D32A-4E60-97D9-28B4EA8B328F}"/>
    <dgm:cxn modelId="{1A24DE68-1FB3-49D8-BD3E-6E758B8D2695}" type="presOf" srcId="{90CB7E26-FA5F-473B-9882-F359C10B2947}" destId="{7A0C25C3-3F35-4EAE-828C-805450471065}" srcOrd="0" destOrd="0" presId="urn:microsoft.com/office/officeart/2005/8/layout/process5"/>
    <dgm:cxn modelId="{BAD7866B-9CC9-4CD7-8304-B98AE2EBBFDE}" type="presOf" srcId="{00D37126-E5B8-434C-8D9A-7FC526B500BC}" destId="{DDC66EC7-3359-4449-9296-DA56F6BEC90A}" srcOrd="0" destOrd="0" presId="urn:microsoft.com/office/officeart/2005/8/layout/process5"/>
    <dgm:cxn modelId="{0856F34F-9D30-4C6C-99DD-207F9B2584B3}" type="presOf" srcId="{EEC302D3-F2F8-4879-A31F-B68BAD295815}" destId="{E706B603-1A53-4259-BFDF-01B77B90EF46}" srcOrd="0" destOrd="0" presId="urn:microsoft.com/office/officeart/2005/8/layout/process5"/>
    <dgm:cxn modelId="{20B1EA51-98C9-46FD-B6A8-95A42C1CA55E}" type="presOf" srcId="{8DC68123-28B0-4C56-AFD1-FD5E892D447D}" destId="{99D7EB6D-168B-43F5-B4AE-E8FD9430D104}" srcOrd="0" destOrd="0" presId="urn:microsoft.com/office/officeart/2005/8/layout/process5"/>
    <dgm:cxn modelId="{69C9AA7C-FF8D-4F89-89C3-5668BCEB8491}" type="presOf" srcId="{95A5B93C-D32A-4E60-97D9-28B4EA8B328F}" destId="{60359A8D-FBB8-49E8-8761-1D36DCA2120B}" srcOrd="1" destOrd="0" presId="urn:microsoft.com/office/officeart/2005/8/layout/process5"/>
    <dgm:cxn modelId="{0B1A1F80-1AFF-4E8E-9D21-0E3120CD43BA}" type="presOf" srcId="{0AB40932-DD70-4C7E-8A2A-FE8FDBAF0CAD}" destId="{9C110DDE-82C0-4018-AA53-27C06387FDE1}" srcOrd="1" destOrd="0" presId="urn:microsoft.com/office/officeart/2005/8/layout/process5"/>
    <dgm:cxn modelId="{40146082-2F77-4940-A484-972FBF85A1BD}" type="presOf" srcId="{89AAF4F0-AEE2-4AAA-9FCF-C8E1B8CC144A}" destId="{60F38FBB-5EB9-4E67-8091-15C96FC2B4BD}" srcOrd="0" destOrd="0" presId="urn:microsoft.com/office/officeart/2005/8/layout/process5"/>
    <dgm:cxn modelId="{2CD30884-6C34-4932-AA1C-DD212DAC093A}" srcId="{7E18B2A1-20E9-4E5F-AF24-03CF799FDF36}" destId="{397AEC53-B5BA-4974-9D5E-0C4E7B9737D2}" srcOrd="2" destOrd="0" parTransId="{BB6C99C2-CAC9-482C-988F-52F25B21710C}" sibTransId="{68B669B0-280F-4412-9DA3-FFB53E528162}"/>
    <dgm:cxn modelId="{27A89887-7728-465F-8090-54BC13C2FD35}" srcId="{7E18B2A1-20E9-4E5F-AF24-03CF799FDF36}" destId="{0493BA8A-C310-4A79-8653-8873E0978C7B}" srcOrd="3" destOrd="0" parTransId="{7BFCB1F1-7DB8-4CC4-90CE-AA018661C987}" sibTransId="{00D37126-E5B8-434C-8D9A-7FC526B500BC}"/>
    <dgm:cxn modelId="{78740188-513E-4E22-8D77-012566A2A575}" srcId="{7E18B2A1-20E9-4E5F-AF24-03CF799FDF36}" destId="{98F5D8C3-539F-456D-A769-9320FC0375D3}" srcOrd="9" destOrd="0" parTransId="{98B07FE3-7E01-4BA5-9569-E861CBB9992F}" sibTransId="{810473F4-DD7C-4DBC-90CC-7A1C7E8F7847}"/>
    <dgm:cxn modelId="{F98E1190-BF6B-4797-8AFF-316BA10B8B20}" type="presOf" srcId="{57DC497E-0899-4833-8027-4B43A7CAA874}" destId="{46BD9ED0-CD65-4945-8871-065E25BCC198}" srcOrd="0" destOrd="0" presId="urn:microsoft.com/office/officeart/2005/8/layout/process5"/>
    <dgm:cxn modelId="{829BF49B-4AB0-49C1-914F-DB82AAC37C81}" type="presOf" srcId="{7E18B2A1-20E9-4E5F-AF24-03CF799FDF36}" destId="{A4D69C71-C040-4320-9D2E-84A031235D29}" srcOrd="0" destOrd="0" presId="urn:microsoft.com/office/officeart/2005/8/layout/process5"/>
    <dgm:cxn modelId="{6DF229AF-8CC5-4865-B87D-6711B8595A0A}" type="presOf" srcId="{2972D2A9-4632-4149-93F4-D253948F6CD3}" destId="{530E1F08-F1CA-4BBD-9093-B9E9AB2A2673}" srcOrd="0" destOrd="0" presId="urn:microsoft.com/office/officeart/2005/8/layout/process5"/>
    <dgm:cxn modelId="{4F44E6AF-ACEE-4326-BBFB-0940DBEB58C5}" type="presOf" srcId="{14B68562-9586-49DB-83C2-C2F18CCAC11E}" destId="{6AFDB830-0362-432A-8526-31F45ED261EF}" srcOrd="0" destOrd="0" presId="urn:microsoft.com/office/officeart/2005/8/layout/process5"/>
    <dgm:cxn modelId="{582476B1-4754-4D3F-93A9-1546E0EF30B3}" srcId="{7E18B2A1-20E9-4E5F-AF24-03CF799FDF36}" destId="{2972D2A9-4632-4149-93F4-D253948F6CD3}" srcOrd="7" destOrd="0" parTransId="{2784DED8-44CF-4CAD-9B11-250D14CA7AE4}" sibTransId="{EEC302D3-F2F8-4879-A31F-B68BAD295815}"/>
    <dgm:cxn modelId="{71BF79B1-5617-4FD0-AC36-7A33D49E3703}" srcId="{7E18B2A1-20E9-4E5F-AF24-03CF799FDF36}" destId="{90CB7E26-FA5F-473B-9882-F359C10B2947}" srcOrd="4" destOrd="0" parTransId="{A06D679D-8CDB-480E-83FB-86EBC75A654F}" sibTransId="{7999E7AF-C8AE-42CA-98C2-1209262FC738}"/>
    <dgm:cxn modelId="{34CE0ABF-6994-4D36-813A-F7F4E067B4BB}" srcId="{7E18B2A1-20E9-4E5F-AF24-03CF799FDF36}" destId="{89AAF4F0-AEE2-4AAA-9FCF-C8E1B8CC144A}" srcOrd="8" destOrd="0" parTransId="{27921C4D-86F6-4D5F-B950-A399ACDB9944}" sibTransId="{39DF5894-028F-4ABD-B43B-90F9B0BE8377}"/>
    <dgm:cxn modelId="{85129CC9-3E34-4290-BA12-3FF85D8C60B4}" type="presOf" srcId="{7999E7AF-C8AE-42CA-98C2-1209262FC738}" destId="{ED4E8BB5-D96E-4690-9866-F4AC0F6DBD1D}" srcOrd="0" destOrd="0" presId="urn:microsoft.com/office/officeart/2005/8/layout/process5"/>
    <dgm:cxn modelId="{2F2518CF-0F32-4F65-9672-DF0407E4D1F9}" type="presOf" srcId="{6841F816-0C5F-4D56-A30D-1812C5228640}" destId="{91873510-95D6-41F2-8F66-A203B8233DF0}" srcOrd="1" destOrd="0" presId="urn:microsoft.com/office/officeart/2005/8/layout/process5"/>
    <dgm:cxn modelId="{81F2E4E2-CDB2-4BEF-9C21-A14F1751D435}" type="presOf" srcId="{397AEC53-B5BA-4974-9D5E-0C4E7B9737D2}" destId="{F04833E7-D065-4CD3-A1FE-3C0CF7429681}" srcOrd="0" destOrd="0" presId="urn:microsoft.com/office/officeart/2005/8/layout/process5"/>
    <dgm:cxn modelId="{E6F89AE6-D143-484D-929D-EB55AD96A729}" type="presOf" srcId="{95A5B93C-D32A-4E60-97D9-28B4EA8B328F}" destId="{397538C3-15FD-4EAA-A23E-94B589E52B83}" srcOrd="0" destOrd="0" presId="urn:microsoft.com/office/officeart/2005/8/layout/process5"/>
    <dgm:cxn modelId="{1103E9FB-5777-49B8-ADB5-A57386CC6E6F}" type="presOf" srcId="{7999E7AF-C8AE-42CA-98C2-1209262FC738}" destId="{471BE7C5-6D04-47DC-8A5C-A996A1008409}" srcOrd="1" destOrd="0" presId="urn:microsoft.com/office/officeart/2005/8/layout/process5"/>
    <dgm:cxn modelId="{87F84BFF-64C7-4871-A19B-0B58E164A04D}" type="presOf" srcId="{EEC302D3-F2F8-4879-A31F-B68BAD295815}" destId="{90B86E97-6ED7-453B-815B-588065AF5884}" srcOrd="1" destOrd="0" presId="urn:microsoft.com/office/officeart/2005/8/layout/process5"/>
    <dgm:cxn modelId="{82C61BF8-2CE5-4825-88FF-CFD3E539AF05}" type="presParOf" srcId="{A4D69C71-C040-4320-9D2E-84A031235D29}" destId="{83EC1DC2-4302-475F-901E-CDFA76250920}" srcOrd="0" destOrd="0" presId="urn:microsoft.com/office/officeart/2005/8/layout/process5"/>
    <dgm:cxn modelId="{CBA30B15-0601-47A0-B7CA-8FA8675EE4D1}" type="presParOf" srcId="{A4D69C71-C040-4320-9D2E-84A031235D29}" destId="{1765130A-FC4D-499A-89A2-031B6FD928F9}" srcOrd="1" destOrd="0" presId="urn:microsoft.com/office/officeart/2005/8/layout/process5"/>
    <dgm:cxn modelId="{AB9C6EFD-0E68-44D7-A45E-E600750DB12A}" type="presParOf" srcId="{1765130A-FC4D-499A-89A2-031B6FD928F9}" destId="{91873510-95D6-41F2-8F66-A203B8233DF0}" srcOrd="0" destOrd="0" presId="urn:microsoft.com/office/officeart/2005/8/layout/process5"/>
    <dgm:cxn modelId="{3E2E782B-91CB-4955-85D1-89789266BA2C}" type="presParOf" srcId="{A4D69C71-C040-4320-9D2E-84A031235D29}" destId="{99D7EB6D-168B-43F5-B4AE-E8FD9430D104}" srcOrd="2" destOrd="0" presId="urn:microsoft.com/office/officeart/2005/8/layout/process5"/>
    <dgm:cxn modelId="{0C7C6C2C-0D56-4B95-93F5-B4ACC6FFA673}" type="presParOf" srcId="{A4D69C71-C040-4320-9D2E-84A031235D29}" destId="{CE6E8C1E-C39C-4186-929A-09446C6D4245}" srcOrd="3" destOrd="0" presId="urn:microsoft.com/office/officeart/2005/8/layout/process5"/>
    <dgm:cxn modelId="{C1265D7D-E270-49AA-93AD-A67614395A46}" type="presParOf" srcId="{CE6E8C1E-C39C-4186-929A-09446C6D4245}" destId="{9C110DDE-82C0-4018-AA53-27C06387FDE1}" srcOrd="0" destOrd="0" presId="urn:microsoft.com/office/officeart/2005/8/layout/process5"/>
    <dgm:cxn modelId="{0ABA1F12-2E41-40B8-B3CF-35125DD86190}" type="presParOf" srcId="{A4D69C71-C040-4320-9D2E-84A031235D29}" destId="{F04833E7-D065-4CD3-A1FE-3C0CF7429681}" srcOrd="4" destOrd="0" presId="urn:microsoft.com/office/officeart/2005/8/layout/process5"/>
    <dgm:cxn modelId="{FA7B560C-0ED2-4968-84D5-6495C441ECE2}" type="presParOf" srcId="{A4D69C71-C040-4320-9D2E-84A031235D29}" destId="{A3DAF2C0-4DB1-4C83-83E0-1F28428C489D}" srcOrd="5" destOrd="0" presId="urn:microsoft.com/office/officeart/2005/8/layout/process5"/>
    <dgm:cxn modelId="{036802FA-C9C6-410E-9F50-A9B579B98354}" type="presParOf" srcId="{A3DAF2C0-4DB1-4C83-83E0-1F28428C489D}" destId="{50D651B5-CE67-4A9B-875E-30B62C29F13B}" srcOrd="0" destOrd="0" presId="urn:microsoft.com/office/officeart/2005/8/layout/process5"/>
    <dgm:cxn modelId="{39181A4A-A894-4500-9FD8-29AF2CB51181}" type="presParOf" srcId="{A4D69C71-C040-4320-9D2E-84A031235D29}" destId="{01B6A85C-6CF6-4F29-8557-E0F5921739A5}" srcOrd="6" destOrd="0" presId="urn:microsoft.com/office/officeart/2005/8/layout/process5"/>
    <dgm:cxn modelId="{86BCEBAF-5EE0-4DD8-BB55-33644F54A694}" type="presParOf" srcId="{A4D69C71-C040-4320-9D2E-84A031235D29}" destId="{DDC66EC7-3359-4449-9296-DA56F6BEC90A}" srcOrd="7" destOrd="0" presId="urn:microsoft.com/office/officeart/2005/8/layout/process5"/>
    <dgm:cxn modelId="{0C651BD1-54AB-45C1-B2A5-0DDBDD77DA96}" type="presParOf" srcId="{DDC66EC7-3359-4449-9296-DA56F6BEC90A}" destId="{645F1471-9312-4AAC-A30E-54E70BAC6852}" srcOrd="0" destOrd="0" presId="urn:microsoft.com/office/officeart/2005/8/layout/process5"/>
    <dgm:cxn modelId="{9D545069-522C-4852-8BEC-6073FFF44076}" type="presParOf" srcId="{A4D69C71-C040-4320-9D2E-84A031235D29}" destId="{7A0C25C3-3F35-4EAE-828C-805450471065}" srcOrd="8" destOrd="0" presId="urn:microsoft.com/office/officeart/2005/8/layout/process5"/>
    <dgm:cxn modelId="{B26155A6-2515-4B7C-9AEE-6CAA589B4CE9}" type="presParOf" srcId="{A4D69C71-C040-4320-9D2E-84A031235D29}" destId="{ED4E8BB5-D96E-4690-9866-F4AC0F6DBD1D}" srcOrd="9" destOrd="0" presId="urn:microsoft.com/office/officeart/2005/8/layout/process5"/>
    <dgm:cxn modelId="{C30B63D0-DA22-4474-9FDD-6FAAC4553D82}" type="presParOf" srcId="{ED4E8BB5-D96E-4690-9866-F4AC0F6DBD1D}" destId="{471BE7C5-6D04-47DC-8A5C-A996A1008409}" srcOrd="0" destOrd="0" presId="urn:microsoft.com/office/officeart/2005/8/layout/process5"/>
    <dgm:cxn modelId="{15FC051E-60F6-4D8A-AD0B-F3ECEA2C95E3}" type="presParOf" srcId="{A4D69C71-C040-4320-9D2E-84A031235D29}" destId="{C15F7DC4-5BA4-4ECF-A075-B181C75F49D0}" srcOrd="10" destOrd="0" presId="urn:microsoft.com/office/officeart/2005/8/layout/process5"/>
    <dgm:cxn modelId="{C87EBC44-0CDC-416F-8498-C766AF2B0480}" type="presParOf" srcId="{A4D69C71-C040-4320-9D2E-84A031235D29}" destId="{6AFDB830-0362-432A-8526-31F45ED261EF}" srcOrd="11" destOrd="0" presId="urn:microsoft.com/office/officeart/2005/8/layout/process5"/>
    <dgm:cxn modelId="{5C455EBE-6622-407D-AFE9-23DBE829F303}" type="presParOf" srcId="{6AFDB830-0362-432A-8526-31F45ED261EF}" destId="{CD52ABE0-C912-4AC2-B847-29ABE4C32DA1}" srcOrd="0" destOrd="0" presId="urn:microsoft.com/office/officeart/2005/8/layout/process5"/>
    <dgm:cxn modelId="{EC4D3C18-1C6A-4244-9FA9-E7E5A007E9C3}" type="presParOf" srcId="{A4D69C71-C040-4320-9D2E-84A031235D29}" destId="{46BD9ED0-CD65-4945-8871-065E25BCC198}" srcOrd="12" destOrd="0" presId="urn:microsoft.com/office/officeart/2005/8/layout/process5"/>
    <dgm:cxn modelId="{AF4A9829-7016-498D-A6E6-9351A5109D38}" type="presParOf" srcId="{A4D69C71-C040-4320-9D2E-84A031235D29}" destId="{397538C3-15FD-4EAA-A23E-94B589E52B83}" srcOrd="13" destOrd="0" presId="urn:microsoft.com/office/officeart/2005/8/layout/process5"/>
    <dgm:cxn modelId="{606E5D4A-8F92-4E3D-8218-96333380C8C1}" type="presParOf" srcId="{397538C3-15FD-4EAA-A23E-94B589E52B83}" destId="{60359A8D-FBB8-49E8-8761-1D36DCA2120B}" srcOrd="0" destOrd="0" presId="urn:microsoft.com/office/officeart/2005/8/layout/process5"/>
    <dgm:cxn modelId="{A37EF7CF-F247-40B4-A3B2-3AFDEF02EFE9}" type="presParOf" srcId="{A4D69C71-C040-4320-9D2E-84A031235D29}" destId="{530E1F08-F1CA-4BBD-9093-B9E9AB2A2673}" srcOrd="14" destOrd="0" presId="urn:microsoft.com/office/officeart/2005/8/layout/process5"/>
    <dgm:cxn modelId="{FCF5884E-C425-4140-B2F3-D68F9564EAE8}" type="presParOf" srcId="{A4D69C71-C040-4320-9D2E-84A031235D29}" destId="{E706B603-1A53-4259-BFDF-01B77B90EF46}" srcOrd="15" destOrd="0" presId="urn:microsoft.com/office/officeart/2005/8/layout/process5"/>
    <dgm:cxn modelId="{717D58DD-3336-42B3-9F6E-B9B093D199FE}" type="presParOf" srcId="{E706B603-1A53-4259-BFDF-01B77B90EF46}" destId="{90B86E97-6ED7-453B-815B-588065AF5884}" srcOrd="0" destOrd="0" presId="urn:microsoft.com/office/officeart/2005/8/layout/process5"/>
    <dgm:cxn modelId="{EB8D8C3D-5163-4412-9E6F-A9F6F2F617F1}" type="presParOf" srcId="{A4D69C71-C040-4320-9D2E-84A031235D29}" destId="{60F38FBB-5EB9-4E67-8091-15C96FC2B4BD}" srcOrd="16" destOrd="0" presId="urn:microsoft.com/office/officeart/2005/8/layout/process5"/>
    <dgm:cxn modelId="{CA2A086B-A066-4845-A72A-98D95B49E0F5}" type="presParOf" srcId="{A4D69C71-C040-4320-9D2E-84A031235D29}" destId="{08583848-020D-44D3-BE91-C2DB85A52F79}" srcOrd="17" destOrd="0" presId="urn:microsoft.com/office/officeart/2005/8/layout/process5"/>
    <dgm:cxn modelId="{587CCF4D-E4DA-4E27-8F34-1D90FB12CDAE}" type="presParOf" srcId="{08583848-020D-44D3-BE91-C2DB85A52F79}" destId="{4E570455-2A5F-437A-9B1D-B289BB948851}" srcOrd="0" destOrd="0" presId="urn:microsoft.com/office/officeart/2005/8/layout/process5"/>
    <dgm:cxn modelId="{F4ABBF28-EBFA-42BC-A25D-3F21E3E5A3C2}" type="presParOf" srcId="{A4D69C71-C040-4320-9D2E-84A031235D29}" destId="{DC879EF2-5E41-469B-AEFB-9D4E510DE503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8E965D-78B2-469E-BAA9-EEFACD2F403F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A743E99-61A9-43EE-A2BF-8169EC958E9F}">
      <dgm:prSet/>
      <dgm:spPr/>
      <dgm:t>
        <a:bodyPr/>
        <a:lstStyle/>
        <a:p>
          <a:r>
            <a:rPr lang="es-HN"/>
            <a:t>Una solución desarrollada para demostrar la aplicación práctica de:</a:t>
          </a:r>
          <a:endParaRPr lang="en-US"/>
        </a:p>
      </dgm:t>
    </dgm:pt>
    <dgm:pt modelId="{EE3C583A-3FD5-49AC-816E-2764687E1774}" type="parTrans" cxnId="{A3A585BA-961C-4A32-B3E5-6A926F68E3C3}">
      <dgm:prSet/>
      <dgm:spPr/>
      <dgm:t>
        <a:bodyPr/>
        <a:lstStyle/>
        <a:p>
          <a:endParaRPr lang="en-US"/>
        </a:p>
      </dgm:t>
    </dgm:pt>
    <dgm:pt modelId="{84805775-2383-49AA-B52D-3912836E8765}" type="sibTrans" cxnId="{A3A585BA-961C-4A32-B3E5-6A926F68E3C3}">
      <dgm:prSet/>
      <dgm:spPr/>
      <dgm:t>
        <a:bodyPr/>
        <a:lstStyle/>
        <a:p>
          <a:endParaRPr lang="en-US"/>
        </a:p>
      </dgm:t>
    </dgm:pt>
    <dgm:pt modelId="{7D9AF8D9-3A29-40A9-9E48-7EF00890CF63}">
      <dgm:prSet/>
      <dgm:spPr/>
      <dgm:t>
        <a:bodyPr/>
        <a:lstStyle/>
        <a:p>
          <a:r>
            <a:rPr lang="es-HN"/>
            <a:t>Programación Orientada a Objetos </a:t>
          </a:r>
          <a:endParaRPr lang="en-US"/>
        </a:p>
      </dgm:t>
    </dgm:pt>
    <dgm:pt modelId="{1F30D60B-DCEC-4DF8-A510-6FB96CE63603}" type="parTrans" cxnId="{B4795C19-2D3E-4166-B5AD-2D64AA29A479}">
      <dgm:prSet/>
      <dgm:spPr/>
      <dgm:t>
        <a:bodyPr/>
        <a:lstStyle/>
        <a:p>
          <a:endParaRPr lang="en-US"/>
        </a:p>
      </dgm:t>
    </dgm:pt>
    <dgm:pt modelId="{E18DC09F-F846-43F4-8854-C026C223ABE2}" type="sibTrans" cxnId="{B4795C19-2D3E-4166-B5AD-2D64AA29A479}">
      <dgm:prSet/>
      <dgm:spPr/>
      <dgm:t>
        <a:bodyPr/>
        <a:lstStyle/>
        <a:p>
          <a:endParaRPr lang="en-US"/>
        </a:p>
      </dgm:t>
    </dgm:pt>
    <dgm:pt modelId="{7DD5CA72-7F20-4A9B-B026-DF50B414CF07}">
      <dgm:prSet/>
      <dgm:spPr/>
      <dgm:t>
        <a:bodyPr/>
        <a:lstStyle/>
        <a:p>
          <a:r>
            <a:rPr lang="es-HN"/>
            <a:t>Arquitectura por capas </a:t>
          </a:r>
          <a:endParaRPr lang="en-US"/>
        </a:p>
      </dgm:t>
    </dgm:pt>
    <dgm:pt modelId="{8F6728B0-3F2F-4905-8F12-E87E0E81484E}" type="parTrans" cxnId="{2E670BCF-BC60-49BB-8E77-940A2015C625}">
      <dgm:prSet/>
      <dgm:spPr/>
      <dgm:t>
        <a:bodyPr/>
        <a:lstStyle/>
        <a:p>
          <a:endParaRPr lang="en-US"/>
        </a:p>
      </dgm:t>
    </dgm:pt>
    <dgm:pt modelId="{5A9A25BF-3181-4BE2-8328-E5AFA433A120}" type="sibTrans" cxnId="{2E670BCF-BC60-49BB-8E77-940A2015C625}">
      <dgm:prSet/>
      <dgm:spPr/>
      <dgm:t>
        <a:bodyPr/>
        <a:lstStyle/>
        <a:p>
          <a:endParaRPr lang="en-US"/>
        </a:p>
      </dgm:t>
    </dgm:pt>
    <dgm:pt modelId="{0C0F5236-C7BC-4812-AB8D-1888745AFB92}">
      <dgm:prSet/>
      <dgm:spPr/>
      <dgm:t>
        <a:bodyPr/>
        <a:lstStyle/>
        <a:p>
          <a:r>
            <a:rPr lang="es-HN"/>
            <a:t>Persistencia de datos </a:t>
          </a:r>
          <a:endParaRPr lang="en-US"/>
        </a:p>
      </dgm:t>
    </dgm:pt>
    <dgm:pt modelId="{FEB8E934-8DD6-4D3A-8CFA-3FC56E0DF3D2}" type="parTrans" cxnId="{E7E085BC-6DD0-4374-BE12-BC00A2B12F7B}">
      <dgm:prSet/>
      <dgm:spPr/>
      <dgm:t>
        <a:bodyPr/>
        <a:lstStyle/>
        <a:p>
          <a:endParaRPr lang="en-US"/>
        </a:p>
      </dgm:t>
    </dgm:pt>
    <dgm:pt modelId="{300140ED-8438-4732-A9F7-996E2F85CFEA}" type="sibTrans" cxnId="{E7E085BC-6DD0-4374-BE12-BC00A2B12F7B}">
      <dgm:prSet/>
      <dgm:spPr/>
      <dgm:t>
        <a:bodyPr/>
        <a:lstStyle/>
        <a:p>
          <a:endParaRPr lang="en-US"/>
        </a:p>
      </dgm:t>
    </dgm:pt>
    <dgm:pt modelId="{5C7E8618-D536-47E3-ABBE-BABC4341B420}">
      <dgm:prSet/>
      <dgm:spPr/>
      <dgm:t>
        <a:bodyPr/>
        <a:lstStyle/>
        <a:p>
          <a:r>
            <a:rPr lang="es-HN"/>
            <a:t>Interfaces gráficas </a:t>
          </a:r>
          <a:endParaRPr lang="en-US"/>
        </a:p>
      </dgm:t>
    </dgm:pt>
    <dgm:pt modelId="{BCCF008C-EA47-4707-820B-E5869ADD5609}" type="parTrans" cxnId="{2EE93402-3D69-4C95-9A27-E4F52CAFA3E4}">
      <dgm:prSet/>
      <dgm:spPr/>
      <dgm:t>
        <a:bodyPr/>
        <a:lstStyle/>
        <a:p>
          <a:endParaRPr lang="en-US"/>
        </a:p>
      </dgm:t>
    </dgm:pt>
    <dgm:pt modelId="{455E9A31-CF69-4FF3-B194-B719D21F17A7}" type="sibTrans" cxnId="{2EE93402-3D69-4C95-9A27-E4F52CAFA3E4}">
      <dgm:prSet/>
      <dgm:spPr/>
      <dgm:t>
        <a:bodyPr/>
        <a:lstStyle/>
        <a:p>
          <a:endParaRPr lang="en-US"/>
        </a:p>
      </dgm:t>
    </dgm:pt>
    <dgm:pt modelId="{4E753874-503A-4952-A151-D79DC7FFE7A7}">
      <dgm:prSet/>
      <dgm:spPr/>
      <dgm:t>
        <a:bodyPr/>
        <a:lstStyle/>
        <a:p>
          <a:r>
            <a:rPr lang="es-HN"/>
            <a:t>Gestión organizacional</a:t>
          </a:r>
          <a:endParaRPr lang="en-US"/>
        </a:p>
      </dgm:t>
    </dgm:pt>
    <dgm:pt modelId="{57D9206D-AA94-464A-95DF-6ACBB4DC44EC}" type="parTrans" cxnId="{E15B8126-5571-43D6-B551-4B65FDE55D09}">
      <dgm:prSet/>
      <dgm:spPr/>
      <dgm:t>
        <a:bodyPr/>
        <a:lstStyle/>
        <a:p>
          <a:endParaRPr lang="en-US"/>
        </a:p>
      </dgm:t>
    </dgm:pt>
    <dgm:pt modelId="{54251352-84F5-428A-BF9E-FC4E7C040D26}" type="sibTrans" cxnId="{E15B8126-5571-43D6-B551-4B65FDE55D09}">
      <dgm:prSet/>
      <dgm:spPr/>
      <dgm:t>
        <a:bodyPr/>
        <a:lstStyle/>
        <a:p>
          <a:endParaRPr lang="en-US"/>
        </a:p>
      </dgm:t>
    </dgm:pt>
    <dgm:pt modelId="{9A575166-6403-4FD2-A05D-1B1A891A9A5F}" type="pres">
      <dgm:prSet presAssocID="{048E965D-78B2-469E-BAA9-EEFACD2F403F}" presName="Name0" presStyleCnt="0">
        <dgm:presLayoutVars>
          <dgm:dir/>
          <dgm:resizeHandles val="exact"/>
        </dgm:presLayoutVars>
      </dgm:prSet>
      <dgm:spPr/>
    </dgm:pt>
    <dgm:pt modelId="{A60CC740-5934-4A9F-88AE-8D08AE0A0979}" type="pres">
      <dgm:prSet presAssocID="{EA743E99-61A9-43EE-A2BF-8169EC958E9F}" presName="node" presStyleLbl="node1" presStyleIdx="0" presStyleCnt="6">
        <dgm:presLayoutVars>
          <dgm:bulletEnabled val="1"/>
        </dgm:presLayoutVars>
      </dgm:prSet>
      <dgm:spPr/>
    </dgm:pt>
    <dgm:pt modelId="{CA6EFDA6-93E7-4379-919E-75E14D193455}" type="pres">
      <dgm:prSet presAssocID="{84805775-2383-49AA-B52D-3912836E8765}" presName="sibTrans" presStyleLbl="sibTrans1D1" presStyleIdx="0" presStyleCnt="5"/>
      <dgm:spPr/>
    </dgm:pt>
    <dgm:pt modelId="{E91239E3-1740-4DEB-9271-2B8D39627201}" type="pres">
      <dgm:prSet presAssocID="{84805775-2383-49AA-B52D-3912836E8765}" presName="connectorText" presStyleLbl="sibTrans1D1" presStyleIdx="0" presStyleCnt="5"/>
      <dgm:spPr/>
    </dgm:pt>
    <dgm:pt modelId="{5586F334-9CA3-4639-9CF9-C548B6720FB0}" type="pres">
      <dgm:prSet presAssocID="{7D9AF8D9-3A29-40A9-9E48-7EF00890CF63}" presName="node" presStyleLbl="node1" presStyleIdx="1" presStyleCnt="6">
        <dgm:presLayoutVars>
          <dgm:bulletEnabled val="1"/>
        </dgm:presLayoutVars>
      </dgm:prSet>
      <dgm:spPr/>
    </dgm:pt>
    <dgm:pt modelId="{DAB8A6DA-1BB3-4829-9C90-1649C36700D2}" type="pres">
      <dgm:prSet presAssocID="{E18DC09F-F846-43F4-8854-C026C223ABE2}" presName="sibTrans" presStyleLbl="sibTrans1D1" presStyleIdx="1" presStyleCnt="5"/>
      <dgm:spPr/>
    </dgm:pt>
    <dgm:pt modelId="{D32B5D8A-58F5-46B4-BDE7-F5DDFF20268C}" type="pres">
      <dgm:prSet presAssocID="{E18DC09F-F846-43F4-8854-C026C223ABE2}" presName="connectorText" presStyleLbl="sibTrans1D1" presStyleIdx="1" presStyleCnt="5"/>
      <dgm:spPr/>
    </dgm:pt>
    <dgm:pt modelId="{E28C0FCA-41D4-4A8A-97D7-E7C57AA798B1}" type="pres">
      <dgm:prSet presAssocID="{7DD5CA72-7F20-4A9B-B026-DF50B414CF07}" presName="node" presStyleLbl="node1" presStyleIdx="2" presStyleCnt="6">
        <dgm:presLayoutVars>
          <dgm:bulletEnabled val="1"/>
        </dgm:presLayoutVars>
      </dgm:prSet>
      <dgm:spPr/>
    </dgm:pt>
    <dgm:pt modelId="{0FE012F7-04F0-46F5-BA58-99D2F1DD0505}" type="pres">
      <dgm:prSet presAssocID="{5A9A25BF-3181-4BE2-8328-E5AFA433A120}" presName="sibTrans" presStyleLbl="sibTrans1D1" presStyleIdx="2" presStyleCnt="5"/>
      <dgm:spPr/>
    </dgm:pt>
    <dgm:pt modelId="{D42C30EB-CB5F-4029-99F9-6551FD9FF074}" type="pres">
      <dgm:prSet presAssocID="{5A9A25BF-3181-4BE2-8328-E5AFA433A120}" presName="connectorText" presStyleLbl="sibTrans1D1" presStyleIdx="2" presStyleCnt="5"/>
      <dgm:spPr/>
    </dgm:pt>
    <dgm:pt modelId="{9E8F5F85-BDC5-4536-AA76-F7757C9CB6FC}" type="pres">
      <dgm:prSet presAssocID="{0C0F5236-C7BC-4812-AB8D-1888745AFB92}" presName="node" presStyleLbl="node1" presStyleIdx="3" presStyleCnt="6">
        <dgm:presLayoutVars>
          <dgm:bulletEnabled val="1"/>
        </dgm:presLayoutVars>
      </dgm:prSet>
      <dgm:spPr/>
    </dgm:pt>
    <dgm:pt modelId="{68F6A4F4-2F56-40F9-8322-AA94CD704B5C}" type="pres">
      <dgm:prSet presAssocID="{300140ED-8438-4732-A9F7-996E2F85CFEA}" presName="sibTrans" presStyleLbl="sibTrans1D1" presStyleIdx="3" presStyleCnt="5"/>
      <dgm:spPr/>
    </dgm:pt>
    <dgm:pt modelId="{2EAAACC1-3615-45EF-A891-FE19E69B4820}" type="pres">
      <dgm:prSet presAssocID="{300140ED-8438-4732-A9F7-996E2F85CFEA}" presName="connectorText" presStyleLbl="sibTrans1D1" presStyleIdx="3" presStyleCnt="5"/>
      <dgm:spPr/>
    </dgm:pt>
    <dgm:pt modelId="{03F9863E-5C87-44A6-BFC3-A14426BD2D27}" type="pres">
      <dgm:prSet presAssocID="{5C7E8618-D536-47E3-ABBE-BABC4341B420}" presName="node" presStyleLbl="node1" presStyleIdx="4" presStyleCnt="6">
        <dgm:presLayoutVars>
          <dgm:bulletEnabled val="1"/>
        </dgm:presLayoutVars>
      </dgm:prSet>
      <dgm:spPr/>
    </dgm:pt>
    <dgm:pt modelId="{2F50172F-787E-4CC8-BA88-E4F1E7D15281}" type="pres">
      <dgm:prSet presAssocID="{455E9A31-CF69-4FF3-B194-B719D21F17A7}" presName="sibTrans" presStyleLbl="sibTrans1D1" presStyleIdx="4" presStyleCnt="5"/>
      <dgm:spPr/>
    </dgm:pt>
    <dgm:pt modelId="{6CE310E2-B4A4-4E0F-8EE4-3BEB657F8B9A}" type="pres">
      <dgm:prSet presAssocID="{455E9A31-CF69-4FF3-B194-B719D21F17A7}" presName="connectorText" presStyleLbl="sibTrans1D1" presStyleIdx="4" presStyleCnt="5"/>
      <dgm:spPr/>
    </dgm:pt>
    <dgm:pt modelId="{2FFE7D1D-13E2-4A68-AF9C-D678BF72C1EC}" type="pres">
      <dgm:prSet presAssocID="{4E753874-503A-4952-A151-D79DC7FFE7A7}" presName="node" presStyleLbl="node1" presStyleIdx="5" presStyleCnt="6">
        <dgm:presLayoutVars>
          <dgm:bulletEnabled val="1"/>
        </dgm:presLayoutVars>
      </dgm:prSet>
      <dgm:spPr/>
    </dgm:pt>
  </dgm:ptLst>
  <dgm:cxnLst>
    <dgm:cxn modelId="{C6D31C01-E6BD-4117-AFD3-FA1CB7D2D9F4}" type="presOf" srcId="{0C0F5236-C7BC-4812-AB8D-1888745AFB92}" destId="{9E8F5F85-BDC5-4536-AA76-F7757C9CB6FC}" srcOrd="0" destOrd="0" presId="urn:microsoft.com/office/officeart/2016/7/layout/RepeatingBendingProcessNew"/>
    <dgm:cxn modelId="{40B6D701-ECD6-431F-8FCC-B99F2C1DD4CA}" type="presOf" srcId="{300140ED-8438-4732-A9F7-996E2F85CFEA}" destId="{2EAAACC1-3615-45EF-A891-FE19E69B4820}" srcOrd="1" destOrd="0" presId="urn:microsoft.com/office/officeart/2016/7/layout/RepeatingBendingProcessNew"/>
    <dgm:cxn modelId="{2EE93402-3D69-4C95-9A27-E4F52CAFA3E4}" srcId="{048E965D-78B2-469E-BAA9-EEFACD2F403F}" destId="{5C7E8618-D536-47E3-ABBE-BABC4341B420}" srcOrd="4" destOrd="0" parTransId="{BCCF008C-EA47-4707-820B-E5869ADD5609}" sibTransId="{455E9A31-CF69-4FF3-B194-B719D21F17A7}"/>
    <dgm:cxn modelId="{C4229407-3DFB-433D-88E5-42ECBE4D242B}" type="presOf" srcId="{048E965D-78B2-469E-BAA9-EEFACD2F403F}" destId="{9A575166-6403-4FD2-A05D-1B1A891A9A5F}" srcOrd="0" destOrd="0" presId="urn:microsoft.com/office/officeart/2016/7/layout/RepeatingBendingProcessNew"/>
    <dgm:cxn modelId="{B4795C19-2D3E-4166-B5AD-2D64AA29A479}" srcId="{048E965D-78B2-469E-BAA9-EEFACD2F403F}" destId="{7D9AF8D9-3A29-40A9-9E48-7EF00890CF63}" srcOrd="1" destOrd="0" parTransId="{1F30D60B-DCEC-4DF8-A510-6FB96CE63603}" sibTransId="{E18DC09F-F846-43F4-8854-C026C223ABE2}"/>
    <dgm:cxn modelId="{E15B8126-5571-43D6-B551-4B65FDE55D09}" srcId="{048E965D-78B2-469E-BAA9-EEFACD2F403F}" destId="{4E753874-503A-4952-A151-D79DC7FFE7A7}" srcOrd="5" destOrd="0" parTransId="{57D9206D-AA94-464A-95DF-6ACBB4DC44EC}" sibTransId="{54251352-84F5-428A-BF9E-FC4E7C040D26}"/>
    <dgm:cxn modelId="{F9ADF42B-A1E9-4FAC-B381-992489E2D23B}" type="presOf" srcId="{84805775-2383-49AA-B52D-3912836E8765}" destId="{E91239E3-1740-4DEB-9271-2B8D39627201}" srcOrd="1" destOrd="0" presId="urn:microsoft.com/office/officeart/2016/7/layout/RepeatingBendingProcessNew"/>
    <dgm:cxn modelId="{1D8AD76C-73B8-4780-BC5A-391FB3406798}" type="presOf" srcId="{5C7E8618-D536-47E3-ABBE-BABC4341B420}" destId="{03F9863E-5C87-44A6-BFC3-A14426BD2D27}" srcOrd="0" destOrd="0" presId="urn:microsoft.com/office/officeart/2016/7/layout/RepeatingBendingProcessNew"/>
    <dgm:cxn modelId="{0D0B0F51-9FE5-4DCA-A04C-F1F868B1D512}" type="presOf" srcId="{E18DC09F-F846-43F4-8854-C026C223ABE2}" destId="{DAB8A6DA-1BB3-4829-9C90-1649C36700D2}" srcOrd="0" destOrd="0" presId="urn:microsoft.com/office/officeart/2016/7/layout/RepeatingBendingProcessNew"/>
    <dgm:cxn modelId="{D277DF57-FE60-4F5A-928A-BC7371260B93}" type="presOf" srcId="{300140ED-8438-4732-A9F7-996E2F85CFEA}" destId="{68F6A4F4-2F56-40F9-8322-AA94CD704B5C}" srcOrd="0" destOrd="0" presId="urn:microsoft.com/office/officeart/2016/7/layout/RepeatingBendingProcessNew"/>
    <dgm:cxn modelId="{A70A7380-2949-4D72-A01E-88FB834F27C3}" type="presOf" srcId="{7DD5CA72-7F20-4A9B-B026-DF50B414CF07}" destId="{E28C0FCA-41D4-4A8A-97D7-E7C57AA798B1}" srcOrd="0" destOrd="0" presId="urn:microsoft.com/office/officeart/2016/7/layout/RepeatingBendingProcessNew"/>
    <dgm:cxn modelId="{062FB589-3C23-4B07-8F9F-8B1A4005E65B}" type="presOf" srcId="{5A9A25BF-3181-4BE2-8328-E5AFA433A120}" destId="{D42C30EB-CB5F-4029-99F9-6551FD9FF074}" srcOrd="1" destOrd="0" presId="urn:microsoft.com/office/officeart/2016/7/layout/RepeatingBendingProcessNew"/>
    <dgm:cxn modelId="{FB7DF690-CBEA-4330-8827-A5147355276C}" type="presOf" srcId="{E18DC09F-F846-43F4-8854-C026C223ABE2}" destId="{D32B5D8A-58F5-46B4-BDE7-F5DDFF20268C}" srcOrd="1" destOrd="0" presId="urn:microsoft.com/office/officeart/2016/7/layout/RepeatingBendingProcessNew"/>
    <dgm:cxn modelId="{D63CE0A7-63E4-4A2E-A442-14BEA2150B05}" type="presOf" srcId="{455E9A31-CF69-4FF3-B194-B719D21F17A7}" destId="{2F50172F-787E-4CC8-BA88-E4F1E7D15281}" srcOrd="0" destOrd="0" presId="urn:microsoft.com/office/officeart/2016/7/layout/RepeatingBendingProcessNew"/>
    <dgm:cxn modelId="{A3A585BA-961C-4A32-B3E5-6A926F68E3C3}" srcId="{048E965D-78B2-469E-BAA9-EEFACD2F403F}" destId="{EA743E99-61A9-43EE-A2BF-8169EC958E9F}" srcOrd="0" destOrd="0" parTransId="{EE3C583A-3FD5-49AC-816E-2764687E1774}" sibTransId="{84805775-2383-49AA-B52D-3912836E8765}"/>
    <dgm:cxn modelId="{E7E085BC-6DD0-4374-BE12-BC00A2B12F7B}" srcId="{048E965D-78B2-469E-BAA9-EEFACD2F403F}" destId="{0C0F5236-C7BC-4812-AB8D-1888745AFB92}" srcOrd="3" destOrd="0" parTransId="{FEB8E934-8DD6-4D3A-8CFA-3FC56E0DF3D2}" sibTransId="{300140ED-8438-4732-A9F7-996E2F85CFEA}"/>
    <dgm:cxn modelId="{223236C7-F95B-4C17-8F44-7EAAAAE2668F}" type="presOf" srcId="{5A9A25BF-3181-4BE2-8328-E5AFA433A120}" destId="{0FE012F7-04F0-46F5-BA58-99D2F1DD0505}" srcOrd="0" destOrd="0" presId="urn:microsoft.com/office/officeart/2016/7/layout/RepeatingBendingProcessNew"/>
    <dgm:cxn modelId="{2E670BCF-BC60-49BB-8E77-940A2015C625}" srcId="{048E965D-78B2-469E-BAA9-EEFACD2F403F}" destId="{7DD5CA72-7F20-4A9B-B026-DF50B414CF07}" srcOrd="2" destOrd="0" parTransId="{8F6728B0-3F2F-4905-8F12-E87E0E81484E}" sibTransId="{5A9A25BF-3181-4BE2-8328-E5AFA433A120}"/>
    <dgm:cxn modelId="{3C1D3AD8-0CFD-44D5-B35D-F46B2CDA578F}" type="presOf" srcId="{EA743E99-61A9-43EE-A2BF-8169EC958E9F}" destId="{A60CC740-5934-4A9F-88AE-8D08AE0A0979}" srcOrd="0" destOrd="0" presId="urn:microsoft.com/office/officeart/2016/7/layout/RepeatingBendingProcessNew"/>
    <dgm:cxn modelId="{5BD392E5-7D3C-4ED8-B6DC-67D1FDC5E81D}" type="presOf" srcId="{84805775-2383-49AA-B52D-3912836E8765}" destId="{CA6EFDA6-93E7-4379-919E-75E14D193455}" srcOrd="0" destOrd="0" presId="urn:microsoft.com/office/officeart/2016/7/layout/RepeatingBendingProcessNew"/>
    <dgm:cxn modelId="{DF0CAAEF-590D-4633-9539-77EF348E0805}" type="presOf" srcId="{7D9AF8D9-3A29-40A9-9E48-7EF00890CF63}" destId="{5586F334-9CA3-4639-9CF9-C548B6720FB0}" srcOrd="0" destOrd="0" presId="urn:microsoft.com/office/officeart/2016/7/layout/RepeatingBendingProcessNew"/>
    <dgm:cxn modelId="{77F516F2-1E8C-4D28-A674-88288FDDB1BB}" type="presOf" srcId="{4E753874-503A-4952-A151-D79DC7FFE7A7}" destId="{2FFE7D1D-13E2-4A68-AF9C-D678BF72C1EC}" srcOrd="0" destOrd="0" presId="urn:microsoft.com/office/officeart/2016/7/layout/RepeatingBendingProcessNew"/>
    <dgm:cxn modelId="{466AEEFB-45C3-44FE-A155-7A64DF04FC60}" type="presOf" srcId="{455E9A31-CF69-4FF3-B194-B719D21F17A7}" destId="{6CE310E2-B4A4-4E0F-8EE4-3BEB657F8B9A}" srcOrd="1" destOrd="0" presId="urn:microsoft.com/office/officeart/2016/7/layout/RepeatingBendingProcessNew"/>
    <dgm:cxn modelId="{56CB8B86-07A5-44FB-84A3-82CDD569AC60}" type="presParOf" srcId="{9A575166-6403-4FD2-A05D-1B1A891A9A5F}" destId="{A60CC740-5934-4A9F-88AE-8D08AE0A0979}" srcOrd="0" destOrd="0" presId="urn:microsoft.com/office/officeart/2016/7/layout/RepeatingBendingProcessNew"/>
    <dgm:cxn modelId="{4269FB27-4EA0-4EF1-9C8A-853D9EAD06A8}" type="presParOf" srcId="{9A575166-6403-4FD2-A05D-1B1A891A9A5F}" destId="{CA6EFDA6-93E7-4379-919E-75E14D193455}" srcOrd="1" destOrd="0" presId="urn:microsoft.com/office/officeart/2016/7/layout/RepeatingBendingProcessNew"/>
    <dgm:cxn modelId="{0D7674E4-1F0C-4DB8-A1A1-E89DAC9EBFF5}" type="presParOf" srcId="{CA6EFDA6-93E7-4379-919E-75E14D193455}" destId="{E91239E3-1740-4DEB-9271-2B8D39627201}" srcOrd="0" destOrd="0" presId="urn:microsoft.com/office/officeart/2016/7/layout/RepeatingBendingProcessNew"/>
    <dgm:cxn modelId="{56E3A7FB-D721-41CE-B44C-B306A0F600EC}" type="presParOf" srcId="{9A575166-6403-4FD2-A05D-1B1A891A9A5F}" destId="{5586F334-9CA3-4639-9CF9-C548B6720FB0}" srcOrd="2" destOrd="0" presId="urn:microsoft.com/office/officeart/2016/7/layout/RepeatingBendingProcessNew"/>
    <dgm:cxn modelId="{8A4CF65D-F5B4-4DC3-86B8-9C3FA111643D}" type="presParOf" srcId="{9A575166-6403-4FD2-A05D-1B1A891A9A5F}" destId="{DAB8A6DA-1BB3-4829-9C90-1649C36700D2}" srcOrd="3" destOrd="0" presId="urn:microsoft.com/office/officeart/2016/7/layout/RepeatingBendingProcessNew"/>
    <dgm:cxn modelId="{6BAA329E-66CC-4805-86F1-B4BB7834FD5D}" type="presParOf" srcId="{DAB8A6DA-1BB3-4829-9C90-1649C36700D2}" destId="{D32B5D8A-58F5-46B4-BDE7-F5DDFF20268C}" srcOrd="0" destOrd="0" presId="urn:microsoft.com/office/officeart/2016/7/layout/RepeatingBendingProcessNew"/>
    <dgm:cxn modelId="{ADB3853C-46C6-4F6D-B7B8-85010792DDA0}" type="presParOf" srcId="{9A575166-6403-4FD2-A05D-1B1A891A9A5F}" destId="{E28C0FCA-41D4-4A8A-97D7-E7C57AA798B1}" srcOrd="4" destOrd="0" presId="urn:microsoft.com/office/officeart/2016/7/layout/RepeatingBendingProcessNew"/>
    <dgm:cxn modelId="{EEF68BF0-809C-41CF-97BA-D384E64286C6}" type="presParOf" srcId="{9A575166-6403-4FD2-A05D-1B1A891A9A5F}" destId="{0FE012F7-04F0-46F5-BA58-99D2F1DD0505}" srcOrd="5" destOrd="0" presId="urn:microsoft.com/office/officeart/2016/7/layout/RepeatingBendingProcessNew"/>
    <dgm:cxn modelId="{63466485-B09D-4A54-BB7B-26DEA670BC72}" type="presParOf" srcId="{0FE012F7-04F0-46F5-BA58-99D2F1DD0505}" destId="{D42C30EB-CB5F-4029-99F9-6551FD9FF074}" srcOrd="0" destOrd="0" presId="urn:microsoft.com/office/officeart/2016/7/layout/RepeatingBendingProcessNew"/>
    <dgm:cxn modelId="{33C20452-CD4D-4E12-A30E-C6BDE6695C3C}" type="presParOf" srcId="{9A575166-6403-4FD2-A05D-1B1A891A9A5F}" destId="{9E8F5F85-BDC5-4536-AA76-F7757C9CB6FC}" srcOrd="6" destOrd="0" presId="urn:microsoft.com/office/officeart/2016/7/layout/RepeatingBendingProcessNew"/>
    <dgm:cxn modelId="{65F0C71E-661B-45F1-9455-6827F138A9AC}" type="presParOf" srcId="{9A575166-6403-4FD2-A05D-1B1A891A9A5F}" destId="{68F6A4F4-2F56-40F9-8322-AA94CD704B5C}" srcOrd="7" destOrd="0" presId="urn:microsoft.com/office/officeart/2016/7/layout/RepeatingBendingProcessNew"/>
    <dgm:cxn modelId="{045BB39F-B31F-463E-9203-7DEAA4D72671}" type="presParOf" srcId="{68F6A4F4-2F56-40F9-8322-AA94CD704B5C}" destId="{2EAAACC1-3615-45EF-A891-FE19E69B4820}" srcOrd="0" destOrd="0" presId="urn:microsoft.com/office/officeart/2016/7/layout/RepeatingBendingProcessNew"/>
    <dgm:cxn modelId="{2666D190-8651-49E8-BD27-E8B0FEF05458}" type="presParOf" srcId="{9A575166-6403-4FD2-A05D-1B1A891A9A5F}" destId="{03F9863E-5C87-44A6-BFC3-A14426BD2D27}" srcOrd="8" destOrd="0" presId="urn:microsoft.com/office/officeart/2016/7/layout/RepeatingBendingProcessNew"/>
    <dgm:cxn modelId="{B0F09A34-B851-4411-BEDD-4099956C0405}" type="presParOf" srcId="{9A575166-6403-4FD2-A05D-1B1A891A9A5F}" destId="{2F50172F-787E-4CC8-BA88-E4F1E7D15281}" srcOrd="9" destOrd="0" presId="urn:microsoft.com/office/officeart/2016/7/layout/RepeatingBendingProcessNew"/>
    <dgm:cxn modelId="{3D0050B0-AC49-4792-9764-9D3AB617F514}" type="presParOf" srcId="{2F50172F-787E-4CC8-BA88-E4F1E7D15281}" destId="{6CE310E2-B4A4-4E0F-8EE4-3BEB657F8B9A}" srcOrd="0" destOrd="0" presId="urn:microsoft.com/office/officeart/2016/7/layout/RepeatingBendingProcessNew"/>
    <dgm:cxn modelId="{AC3A7AC0-ECE0-4632-A57D-EE826D585267}" type="presParOf" srcId="{9A575166-6403-4FD2-A05D-1B1A891A9A5F}" destId="{2FFE7D1D-13E2-4A68-AF9C-D678BF72C1E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3F4AD-0261-4DEC-AD71-5B585B4876B6}">
      <dsp:nvSpPr>
        <dsp:cNvPr id="0" name=""/>
        <dsp:cNvSpPr/>
      </dsp:nvSpPr>
      <dsp:spPr>
        <a:xfrm>
          <a:off x="438504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D1C5D-D2B1-4AED-9A65-AD977DCD6CE7}">
      <dsp:nvSpPr>
        <dsp:cNvPr id="0" name=""/>
        <dsp:cNvSpPr/>
      </dsp:nvSpPr>
      <dsp:spPr>
        <a:xfrm>
          <a:off x="1512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100" kern="1200"/>
            <a:t>Diseñar clases que representen las entidades principales de una organización. </a:t>
          </a:r>
          <a:endParaRPr lang="en-US" sz="1100" kern="1200"/>
        </a:p>
      </dsp:txBody>
      <dsp:txXfrm>
        <a:off x="1512" y="2261913"/>
        <a:ext cx="1589062" cy="635625"/>
      </dsp:txXfrm>
    </dsp:sp>
    <dsp:sp modelId="{79C3CF5B-8168-4318-ADE3-1983D458BF2D}">
      <dsp:nvSpPr>
        <dsp:cNvPr id="0" name=""/>
        <dsp:cNvSpPr/>
      </dsp:nvSpPr>
      <dsp:spPr>
        <a:xfrm>
          <a:off x="2305652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7DE2D-8DC7-451F-8D86-F165CDEBCB77}">
      <dsp:nvSpPr>
        <dsp:cNvPr id="0" name=""/>
        <dsp:cNvSpPr/>
      </dsp:nvSpPr>
      <dsp:spPr>
        <a:xfrm>
          <a:off x="1868660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100" kern="1200"/>
            <a:t>Aplicar encapsulamiento, abstracción, herencia, asociación, composición y polimorfismo. </a:t>
          </a:r>
          <a:endParaRPr lang="en-US" sz="1100" kern="1200"/>
        </a:p>
      </dsp:txBody>
      <dsp:txXfrm>
        <a:off x="1868660" y="2261913"/>
        <a:ext cx="1589062" cy="635625"/>
      </dsp:txXfrm>
    </dsp:sp>
    <dsp:sp modelId="{4BE91300-7ADD-4347-82C2-654AED9F4EC4}">
      <dsp:nvSpPr>
        <dsp:cNvPr id="0" name=""/>
        <dsp:cNvSpPr/>
      </dsp:nvSpPr>
      <dsp:spPr>
        <a:xfrm>
          <a:off x="4172801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44BE1A-0F9B-475B-A23D-04F63F48165B}">
      <dsp:nvSpPr>
        <dsp:cNvPr id="0" name=""/>
        <dsp:cNvSpPr/>
      </dsp:nvSpPr>
      <dsp:spPr>
        <a:xfrm>
          <a:off x="3735809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100" kern="1200"/>
            <a:t>Implementar operaciones para crear, consultar, actualizar y eliminar registros. </a:t>
          </a:r>
          <a:endParaRPr lang="en-US" sz="1100" kern="1200"/>
        </a:p>
      </dsp:txBody>
      <dsp:txXfrm>
        <a:off x="3735809" y="2261913"/>
        <a:ext cx="1589062" cy="635625"/>
      </dsp:txXfrm>
    </dsp:sp>
    <dsp:sp modelId="{0FA86A33-3FDB-40B6-8EB0-CBB63354C640}">
      <dsp:nvSpPr>
        <dsp:cNvPr id="0" name=""/>
        <dsp:cNvSpPr/>
      </dsp:nvSpPr>
      <dsp:spPr>
        <a:xfrm>
          <a:off x="6039949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78BD56-A7AD-4D53-933F-07642B1B8DEF}">
      <dsp:nvSpPr>
        <dsp:cNvPr id="0" name=""/>
        <dsp:cNvSpPr/>
      </dsp:nvSpPr>
      <dsp:spPr>
        <a:xfrm>
          <a:off x="5602957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100" kern="1200"/>
            <a:t>Desarrollar una interfaz gráfica funcional utilizando Java Swing. </a:t>
          </a:r>
          <a:endParaRPr lang="en-US" sz="1100" kern="1200"/>
        </a:p>
      </dsp:txBody>
      <dsp:txXfrm>
        <a:off x="5602957" y="2261913"/>
        <a:ext cx="1589062" cy="635625"/>
      </dsp:txXfrm>
    </dsp:sp>
    <dsp:sp modelId="{4F4A39B8-23D3-439F-A079-8F7202D0D05E}">
      <dsp:nvSpPr>
        <dsp:cNvPr id="0" name=""/>
        <dsp:cNvSpPr/>
      </dsp:nvSpPr>
      <dsp:spPr>
        <a:xfrm>
          <a:off x="7907098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26E4C-09BB-4E80-8FFE-57230D9FCA92}">
      <dsp:nvSpPr>
        <dsp:cNvPr id="0" name=""/>
        <dsp:cNvSpPr/>
      </dsp:nvSpPr>
      <dsp:spPr>
        <a:xfrm>
          <a:off x="7470105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100" kern="1200"/>
            <a:t>Separar el modelo, la vista, los controladores y el acceso a datos. </a:t>
          </a:r>
          <a:endParaRPr lang="en-US" sz="1100" kern="1200"/>
        </a:p>
      </dsp:txBody>
      <dsp:txXfrm>
        <a:off x="7470105" y="2261913"/>
        <a:ext cx="1589062" cy="635625"/>
      </dsp:txXfrm>
    </dsp:sp>
    <dsp:sp modelId="{90257F53-A43F-4D1F-AA07-BC4408D558FF}">
      <dsp:nvSpPr>
        <dsp:cNvPr id="0" name=""/>
        <dsp:cNvSpPr/>
      </dsp:nvSpPr>
      <dsp:spPr>
        <a:xfrm>
          <a:off x="9774246" y="1295266"/>
          <a:ext cx="715078" cy="71507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1B723D-A0C5-4A16-A418-E3CCACF51A9D}">
      <dsp:nvSpPr>
        <dsp:cNvPr id="0" name=""/>
        <dsp:cNvSpPr/>
      </dsp:nvSpPr>
      <dsp:spPr>
        <a:xfrm>
          <a:off x="9337254" y="2261913"/>
          <a:ext cx="1589062" cy="635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100" kern="1200"/>
            <a:t>Mantener la integridad de la información mediante claves primarias, claves foráneas y validaciones.</a:t>
          </a:r>
          <a:endParaRPr lang="en-US" sz="1100" kern="1200"/>
        </a:p>
      </dsp:txBody>
      <dsp:txXfrm>
        <a:off x="9337254" y="2261913"/>
        <a:ext cx="1589062" cy="6356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EC1DC2-4302-475F-901E-CDFA76250920}">
      <dsp:nvSpPr>
        <dsp:cNvPr id="0" name=""/>
        <dsp:cNvSpPr/>
      </dsp:nvSpPr>
      <dsp:spPr>
        <a:xfrm>
          <a:off x="399590" y="2253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Registrar, actualizar, eliminar y buscar países. </a:t>
          </a:r>
          <a:endParaRPr lang="en-US" sz="1000" kern="1200"/>
        </a:p>
      </dsp:txBody>
      <dsp:txXfrm>
        <a:off x="420809" y="23472"/>
        <a:ext cx="1165014" cy="682033"/>
      </dsp:txXfrm>
    </dsp:sp>
    <dsp:sp modelId="{1765130A-FC4D-499A-89A2-031B6FD928F9}">
      <dsp:nvSpPr>
        <dsp:cNvPr id="0" name=""/>
        <dsp:cNvSpPr/>
      </dsp:nvSpPr>
      <dsp:spPr>
        <a:xfrm>
          <a:off x="1713299" y="214765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713299" y="274655"/>
        <a:ext cx="179186" cy="179668"/>
      </dsp:txXfrm>
    </dsp:sp>
    <dsp:sp modelId="{99D7EB6D-168B-43F5-B4AE-E8FD9430D104}">
      <dsp:nvSpPr>
        <dsp:cNvPr id="0" name=""/>
        <dsp:cNvSpPr/>
      </dsp:nvSpPr>
      <dsp:spPr>
        <a:xfrm>
          <a:off x="2090024" y="2253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350239"/>
                <a:satOff val="-92"/>
                <a:lumOff val="21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350239"/>
                <a:satOff val="-92"/>
                <a:lumOff val="21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350239"/>
                <a:satOff val="-92"/>
                <a:lumOff val="21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Administrar empresas. </a:t>
          </a:r>
          <a:endParaRPr lang="en-US" sz="1000" kern="1200"/>
        </a:p>
      </dsp:txBody>
      <dsp:txXfrm>
        <a:off x="2111243" y="23472"/>
        <a:ext cx="1165014" cy="682033"/>
      </dsp:txXfrm>
    </dsp:sp>
    <dsp:sp modelId="{CE6E8C1E-C39C-4186-929A-09446C6D4245}">
      <dsp:nvSpPr>
        <dsp:cNvPr id="0" name=""/>
        <dsp:cNvSpPr/>
      </dsp:nvSpPr>
      <dsp:spPr>
        <a:xfrm>
          <a:off x="3403733" y="214765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519019"/>
                <a:satOff val="-103"/>
                <a:lumOff val="24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519019"/>
                <a:satOff val="-103"/>
                <a:lumOff val="24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519019"/>
                <a:satOff val="-103"/>
                <a:lumOff val="24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403733" y="274655"/>
        <a:ext cx="179186" cy="179668"/>
      </dsp:txXfrm>
    </dsp:sp>
    <dsp:sp modelId="{F04833E7-D065-4CD3-A1FE-3C0CF7429681}">
      <dsp:nvSpPr>
        <dsp:cNvPr id="0" name=""/>
        <dsp:cNvSpPr/>
      </dsp:nvSpPr>
      <dsp:spPr>
        <a:xfrm>
          <a:off x="3780458" y="2253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700478"/>
                <a:satOff val="-184"/>
                <a:lumOff val="4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700478"/>
                <a:satOff val="-184"/>
                <a:lumOff val="4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700478"/>
                <a:satOff val="-184"/>
                <a:lumOff val="4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Registrar departamentos internos de cada empresa. </a:t>
          </a:r>
          <a:endParaRPr lang="en-US" sz="1000" kern="1200"/>
        </a:p>
      </dsp:txBody>
      <dsp:txXfrm>
        <a:off x="3801677" y="23472"/>
        <a:ext cx="1165014" cy="682033"/>
      </dsp:txXfrm>
    </dsp:sp>
    <dsp:sp modelId="{A3DAF2C0-4DB1-4C83-83E0-1F28428C489D}">
      <dsp:nvSpPr>
        <dsp:cNvPr id="0" name=""/>
        <dsp:cNvSpPr/>
      </dsp:nvSpPr>
      <dsp:spPr>
        <a:xfrm rot="5400000">
          <a:off x="4256194" y="811247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4294350" y="832981"/>
        <a:ext cx="179668" cy="179186"/>
      </dsp:txXfrm>
    </dsp:sp>
    <dsp:sp modelId="{01B6A85C-6CF6-4F29-8557-E0F5921739A5}">
      <dsp:nvSpPr>
        <dsp:cNvPr id="0" name=""/>
        <dsp:cNvSpPr/>
      </dsp:nvSpPr>
      <dsp:spPr>
        <a:xfrm>
          <a:off x="3780458" y="1209706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Administrar cargos y salarios base. </a:t>
          </a:r>
          <a:endParaRPr lang="en-US" sz="1000" kern="1200"/>
        </a:p>
      </dsp:txBody>
      <dsp:txXfrm>
        <a:off x="3801677" y="1230925"/>
        <a:ext cx="1165014" cy="682033"/>
      </dsp:txXfrm>
    </dsp:sp>
    <dsp:sp modelId="{DDC66EC7-3359-4449-9296-DA56F6BEC90A}">
      <dsp:nvSpPr>
        <dsp:cNvPr id="0" name=""/>
        <dsp:cNvSpPr/>
      </dsp:nvSpPr>
      <dsp:spPr>
        <a:xfrm rot="10800000">
          <a:off x="3418222" y="1422218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4557056"/>
                <a:satOff val="-310"/>
                <a:lumOff val="7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57056"/>
                <a:satOff val="-310"/>
                <a:lumOff val="7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57056"/>
                <a:satOff val="-310"/>
                <a:lumOff val="7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3495016" y="1482108"/>
        <a:ext cx="179186" cy="179668"/>
      </dsp:txXfrm>
    </dsp:sp>
    <dsp:sp modelId="{7A0C25C3-3F35-4EAE-828C-805450471065}">
      <dsp:nvSpPr>
        <dsp:cNvPr id="0" name=""/>
        <dsp:cNvSpPr/>
      </dsp:nvSpPr>
      <dsp:spPr>
        <a:xfrm>
          <a:off x="2090024" y="1209706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5400955"/>
                <a:satOff val="-367"/>
                <a:lumOff val="8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400955"/>
                <a:satOff val="-367"/>
                <a:lumOff val="8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400955"/>
                <a:satOff val="-367"/>
                <a:lumOff val="8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Registrar empleados con información personal y laboral. </a:t>
          </a:r>
          <a:endParaRPr lang="en-US" sz="1000" kern="1200"/>
        </a:p>
      </dsp:txBody>
      <dsp:txXfrm>
        <a:off x="2111243" y="1230925"/>
        <a:ext cx="1165014" cy="682033"/>
      </dsp:txXfrm>
    </dsp:sp>
    <dsp:sp modelId="{ED4E8BB5-D96E-4690-9866-F4AC0F6DBD1D}">
      <dsp:nvSpPr>
        <dsp:cNvPr id="0" name=""/>
        <dsp:cNvSpPr/>
      </dsp:nvSpPr>
      <dsp:spPr>
        <a:xfrm rot="10800000">
          <a:off x="1727788" y="1422218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1804582" y="1482108"/>
        <a:ext cx="179186" cy="179668"/>
      </dsp:txXfrm>
    </dsp:sp>
    <dsp:sp modelId="{C15F7DC4-5BA4-4ECF-A075-B181C75F49D0}">
      <dsp:nvSpPr>
        <dsp:cNvPr id="0" name=""/>
        <dsp:cNvSpPr/>
      </dsp:nvSpPr>
      <dsp:spPr>
        <a:xfrm>
          <a:off x="399590" y="1209706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751195"/>
                <a:satOff val="-459"/>
                <a:lumOff val="10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1195"/>
                <a:satOff val="-459"/>
                <a:lumOff val="10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1195"/>
                <a:satOff val="-459"/>
                <a:lumOff val="10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Asociar empleados con país, departamento y cargo. </a:t>
          </a:r>
          <a:endParaRPr lang="en-US" sz="1000" kern="1200"/>
        </a:p>
      </dsp:txBody>
      <dsp:txXfrm>
        <a:off x="420809" y="1230925"/>
        <a:ext cx="1165014" cy="682033"/>
      </dsp:txXfrm>
    </dsp:sp>
    <dsp:sp modelId="{6AFDB830-0362-432A-8526-31F45ED261EF}">
      <dsp:nvSpPr>
        <dsp:cNvPr id="0" name=""/>
        <dsp:cNvSpPr/>
      </dsp:nvSpPr>
      <dsp:spPr>
        <a:xfrm rot="5400000">
          <a:off x="875327" y="2018700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7595094"/>
                <a:satOff val="-516"/>
                <a:lumOff val="12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595094"/>
                <a:satOff val="-516"/>
                <a:lumOff val="12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595094"/>
                <a:satOff val="-516"/>
                <a:lumOff val="12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913483" y="2040434"/>
        <a:ext cx="179668" cy="179186"/>
      </dsp:txXfrm>
    </dsp:sp>
    <dsp:sp modelId="{46BD9ED0-CD65-4945-8871-065E25BCC198}">
      <dsp:nvSpPr>
        <dsp:cNvPr id="0" name=""/>
        <dsp:cNvSpPr/>
      </dsp:nvSpPr>
      <dsp:spPr>
        <a:xfrm>
          <a:off x="399590" y="2417159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Guardar y visualizar fotografías de empleados. </a:t>
          </a:r>
          <a:endParaRPr lang="en-US" sz="1000" kern="1200"/>
        </a:p>
      </dsp:txBody>
      <dsp:txXfrm>
        <a:off x="420809" y="2438378"/>
        <a:ext cx="1165014" cy="682033"/>
      </dsp:txXfrm>
    </dsp:sp>
    <dsp:sp modelId="{397538C3-15FD-4EAA-A23E-94B589E52B83}">
      <dsp:nvSpPr>
        <dsp:cNvPr id="0" name=""/>
        <dsp:cNvSpPr/>
      </dsp:nvSpPr>
      <dsp:spPr>
        <a:xfrm>
          <a:off x="1713299" y="2629671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1713299" y="2689561"/>
        <a:ext cx="179186" cy="179668"/>
      </dsp:txXfrm>
    </dsp:sp>
    <dsp:sp modelId="{530E1F08-F1CA-4BBD-9093-B9E9AB2A2673}">
      <dsp:nvSpPr>
        <dsp:cNvPr id="0" name=""/>
        <dsp:cNvSpPr/>
      </dsp:nvSpPr>
      <dsp:spPr>
        <a:xfrm>
          <a:off x="2090024" y="2417159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451672"/>
                <a:satOff val="-642"/>
                <a:lumOff val="15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451672"/>
                <a:satOff val="-642"/>
                <a:lumOff val="15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451672"/>
                <a:satOff val="-642"/>
                <a:lumOff val="15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Crear proyectos. </a:t>
          </a:r>
          <a:endParaRPr lang="en-US" sz="1000" kern="1200"/>
        </a:p>
      </dsp:txBody>
      <dsp:txXfrm>
        <a:off x="2111243" y="2438378"/>
        <a:ext cx="1165014" cy="682033"/>
      </dsp:txXfrm>
    </dsp:sp>
    <dsp:sp modelId="{E706B603-1A53-4259-BFDF-01B77B90EF46}">
      <dsp:nvSpPr>
        <dsp:cNvPr id="0" name=""/>
        <dsp:cNvSpPr/>
      </dsp:nvSpPr>
      <dsp:spPr>
        <a:xfrm>
          <a:off x="3403733" y="2629671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0633130"/>
                <a:satOff val="-723"/>
                <a:lumOff val="171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633130"/>
                <a:satOff val="-723"/>
                <a:lumOff val="171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633130"/>
                <a:satOff val="-723"/>
                <a:lumOff val="171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403733" y="2689561"/>
        <a:ext cx="179186" cy="179668"/>
      </dsp:txXfrm>
    </dsp:sp>
    <dsp:sp modelId="{60F38FBB-5EB9-4E67-8091-15C96FC2B4BD}">
      <dsp:nvSpPr>
        <dsp:cNvPr id="0" name=""/>
        <dsp:cNvSpPr/>
      </dsp:nvSpPr>
      <dsp:spPr>
        <a:xfrm>
          <a:off x="3780458" y="2417159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0801911"/>
                <a:satOff val="-734"/>
                <a:lumOff val="17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801911"/>
                <a:satOff val="-734"/>
                <a:lumOff val="17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801911"/>
                <a:satOff val="-734"/>
                <a:lumOff val="17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Asignar empleados a proyectos. </a:t>
          </a:r>
          <a:endParaRPr lang="en-US" sz="1000" kern="1200"/>
        </a:p>
      </dsp:txBody>
      <dsp:txXfrm>
        <a:off x="3801677" y="2438378"/>
        <a:ext cx="1165014" cy="682033"/>
      </dsp:txXfrm>
    </dsp:sp>
    <dsp:sp modelId="{08583848-020D-44D3-BE91-C2DB85A52F79}">
      <dsp:nvSpPr>
        <dsp:cNvPr id="0" name=""/>
        <dsp:cNvSpPr/>
      </dsp:nvSpPr>
      <dsp:spPr>
        <a:xfrm rot="5400000">
          <a:off x="4256194" y="3226152"/>
          <a:ext cx="255980" cy="29944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4294350" y="3247886"/>
        <a:ext cx="179668" cy="179186"/>
      </dsp:txXfrm>
    </dsp:sp>
    <dsp:sp modelId="{DC879EF2-5E41-469B-AEFB-9D4E510DE503}">
      <dsp:nvSpPr>
        <dsp:cNvPr id="0" name=""/>
        <dsp:cNvSpPr/>
      </dsp:nvSpPr>
      <dsp:spPr>
        <a:xfrm>
          <a:off x="3780458" y="3624612"/>
          <a:ext cx="1207452" cy="72447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000" kern="1200"/>
            <a:t>Registrar roles, fechas y horas de participación.</a:t>
          </a:r>
          <a:endParaRPr lang="en-US" sz="1000" kern="1200"/>
        </a:p>
      </dsp:txBody>
      <dsp:txXfrm>
        <a:off x="3801677" y="3645831"/>
        <a:ext cx="1165014" cy="6820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6EFDA6-93E7-4379-919E-75E14D193455}">
      <dsp:nvSpPr>
        <dsp:cNvPr id="0" name=""/>
        <dsp:cNvSpPr/>
      </dsp:nvSpPr>
      <dsp:spPr>
        <a:xfrm>
          <a:off x="3054217" y="679139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722085"/>
        <a:ext cx="27739" cy="5547"/>
      </dsp:txXfrm>
    </dsp:sp>
    <dsp:sp modelId="{A60CC740-5934-4A9F-88AE-8D08AE0A0979}">
      <dsp:nvSpPr>
        <dsp:cNvPr id="0" name=""/>
        <dsp:cNvSpPr/>
      </dsp:nvSpPr>
      <dsp:spPr>
        <a:xfrm>
          <a:off x="643847" y="1208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700" kern="1200"/>
            <a:t>Una solución desarrollada para demostrar la aplicación práctica de:</a:t>
          </a:r>
          <a:endParaRPr lang="en-US" sz="1700" kern="1200"/>
        </a:p>
      </dsp:txBody>
      <dsp:txXfrm>
        <a:off x="643847" y="1208"/>
        <a:ext cx="2412169" cy="1447301"/>
      </dsp:txXfrm>
    </dsp:sp>
    <dsp:sp modelId="{DAB8A6DA-1BB3-4829-9C90-1649C36700D2}">
      <dsp:nvSpPr>
        <dsp:cNvPr id="0" name=""/>
        <dsp:cNvSpPr/>
      </dsp:nvSpPr>
      <dsp:spPr>
        <a:xfrm>
          <a:off x="1849932" y="1446710"/>
          <a:ext cx="2966968" cy="524198"/>
        </a:xfrm>
        <a:custGeom>
          <a:avLst/>
          <a:gdLst/>
          <a:ahLst/>
          <a:cxnLst/>
          <a:rect l="0" t="0" r="0" b="0"/>
          <a:pathLst>
            <a:path>
              <a:moveTo>
                <a:pt x="2966968" y="0"/>
              </a:moveTo>
              <a:lnTo>
                <a:pt x="2966968" y="279199"/>
              </a:lnTo>
              <a:lnTo>
                <a:pt x="0" y="279199"/>
              </a:lnTo>
              <a:lnTo>
                <a:pt x="0" y="524198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7956" y="1706035"/>
        <a:ext cx="150919" cy="5547"/>
      </dsp:txXfrm>
    </dsp:sp>
    <dsp:sp modelId="{5586F334-9CA3-4639-9CF9-C548B6720FB0}">
      <dsp:nvSpPr>
        <dsp:cNvPr id="0" name=""/>
        <dsp:cNvSpPr/>
      </dsp:nvSpPr>
      <dsp:spPr>
        <a:xfrm>
          <a:off x="3610815" y="1208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-2430430"/>
                <a:satOff val="-165"/>
                <a:lumOff val="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430430"/>
                <a:satOff val="-165"/>
                <a:lumOff val="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430430"/>
                <a:satOff val="-165"/>
                <a:lumOff val="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700" kern="1200"/>
            <a:t>Programación Orientada a Objetos </a:t>
          </a:r>
          <a:endParaRPr lang="en-US" sz="1700" kern="1200"/>
        </a:p>
      </dsp:txBody>
      <dsp:txXfrm>
        <a:off x="3610815" y="1208"/>
        <a:ext cx="2412169" cy="1447301"/>
      </dsp:txXfrm>
    </dsp:sp>
    <dsp:sp modelId="{0FE012F7-04F0-46F5-BA58-99D2F1DD0505}">
      <dsp:nvSpPr>
        <dsp:cNvPr id="0" name=""/>
        <dsp:cNvSpPr/>
      </dsp:nvSpPr>
      <dsp:spPr>
        <a:xfrm>
          <a:off x="3054217" y="2681240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2724186"/>
        <a:ext cx="27739" cy="5547"/>
      </dsp:txXfrm>
    </dsp:sp>
    <dsp:sp modelId="{E28C0FCA-41D4-4A8A-97D7-E7C57AA798B1}">
      <dsp:nvSpPr>
        <dsp:cNvPr id="0" name=""/>
        <dsp:cNvSpPr/>
      </dsp:nvSpPr>
      <dsp:spPr>
        <a:xfrm>
          <a:off x="643847" y="2003309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-4860860"/>
                <a:satOff val="-330"/>
                <a:lumOff val="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860860"/>
                <a:satOff val="-330"/>
                <a:lumOff val="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860860"/>
                <a:satOff val="-330"/>
                <a:lumOff val="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700" kern="1200"/>
            <a:t>Arquitectura por capas </a:t>
          </a:r>
          <a:endParaRPr lang="en-US" sz="1700" kern="1200"/>
        </a:p>
      </dsp:txBody>
      <dsp:txXfrm>
        <a:off x="643847" y="2003309"/>
        <a:ext cx="2412169" cy="1447301"/>
      </dsp:txXfrm>
    </dsp:sp>
    <dsp:sp modelId="{68F6A4F4-2F56-40F9-8322-AA94CD704B5C}">
      <dsp:nvSpPr>
        <dsp:cNvPr id="0" name=""/>
        <dsp:cNvSpPr/>
      </dsp:nvSpPr>
      <dsp:spPr>
        <a:xfrm>
          <a:off x="1849932" y="3448810"/>
          <a:ext cx="2966968" cy="524198"/>
        </a:xfrm>
        <a:custGeom>
          <a:avLst/>
          <a:gdLst/>
          <a:ahLst/>
          <a:cxnLst/>
          <a:rect l="0" t="0" r="0" b="0"/>
          <a:pathLst>
            <a:path>
              <a:moveTo>
                <a:pt x="2966968" y="0"/>
              </a:moveTo>
              <a:lnTo>
                <a:pt x="2966968" y="279199"/>
              </a:lnTo>
              <a:lnTo>
                <a:pt x="0" y="279199"/>
              </a:lnTo>
              <a:lnTo>
                <a:pt x="0" y="524198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7956" y="3708136"/>
        <a:ext cx="150919" cy="5547"/>
      </dsp:txXfrm>
    </dsp:sp>
    <dsp:sp modelId="{9E8F5F85-BDC5-4536-AA76-F7757C9CB6FC}">
      <dsp:nvSpPr>
        <dsp:cNvPr id="0" name=""/>
        <dsp:cNvSpPr/>
      </dsp:nvSpPr>
      <dsp:spPr>
        <a:xfrm>
          <a:off x="3610815" y="2003309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-7291290"/>
                <a:satOff val="-496"/>
                <a:lumOff val="1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291290"/>
                <a:satOff val="-496"/>
                <a:lumOff val="1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291290"/>
                <a:satOff val="-496"/>
                <a:lumOff val="1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700" kern="1200"/>
            <a:t>Persistencia de datos </a:t>
          </a:r>
          <a:endParaRPr lang="en-US" sz="1700" kern="1200"/>
        </a:p>
      </dsp:txBody>
      <dsp:txXfrm>
        <a:off x="3610815" y="2003309"/>
        <a:ext cx="2412169" cy="1447301"/>
      </dsp:txXfrm>
    </dsp:sp>
    <dsp:sp modelId="{2F50172F-787E-4CC8-BA88-E4F1E7D15281}">
      <dsp:nvSpPr>
        <dsp:cNvPr id="0" name=""/>
        <dsp:cNvSpPr/>
      </dsp:nvSpPr>
      <dsp:spPr>
        <a:xfrm>
          <a:off x="3054217" y="4683340"/>
          <a:ext cx="52419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24198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02446" y="4726286"/>
        <a:ext cx="27739" cy="5547"/>
      </dsp:txXfrm>
    </dsp:sp>
    <dsp:sp modelId="{03F9863E-5C87-44A6-BFC3-A14426BD2D27}">
      <dsp:nvSpPr>
        <dsp:cNvPr id="0" name=""/>
        <dsp:cNvSpPr/>
      </dsp:nvSpPr>
      <dsp:spPr>
        <a:xfrm>
          <a:off x="643847" y="4005409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-9721720"/>
                <a:satOff val="-661"/>
                <a:lumOff val="1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721720"/>
                <a:satOff val="-661"/>
                <a:lumOff val="1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721720"/>
                <a:satOff val="-661"/>
                <a:lumOff val="1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700" kern="1200"/>
            <a:t>Interfaces gráficas </a:t>
          </a:r>
          <a:endParaRPr lang="en-US" sz="1700" kern="1200"/>
        </a:p>
      </dsp:txBody>
      <dsp:txXfrm>
        <a:off x="643847" y="4005409"/>
        <a:ext cx="2412169" cy="1447301"/>
      </dsp:txXfrm>
    </dsp:sp>
    <dsp:sp modelId="{2FFE7D1D-13E2-4A68-AF9C-D678BF72C1EC}">
      <dsp:nvSpPr>
        <dsp:cNvPr id="0" name=""/>
        <dsp:cNvSpPr/>
      </dsp:nvSpPr>
      <dsp:spPr>
        <a:xfrm>
          <a:off x="3610815" y="4005409"/>
          <a:ext cx="2412169" cy="1447301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98" tIns="124070" rIns="118198" bIns="1240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HN" sz="1700" kern="1200"/>
            <a:t>Gestión organizacional</a:t>
          </a:r>
          <a:endParaRPr lang="en-US" sz="1700" kern="1200"/>
        </a:p>
      </dsp:txBody>
      <dsp:txXfrm>
        <a:off x="3610815" y="4005409"/>
        <a:ext cx="2412169" cy="14473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668A29-549D-46F6-869F-20174157E287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HN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HN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9CEC2-48CC-4B90-A9D4-85F54451AD6C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444910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HN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9CEC2-48CC-4B90-A9D4-85F54451AD6C}" type="slidenum">
              <a:rPr lang="es-HN" smtClean="0"/>
              <a:t>2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8130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BD226-FBB3-FB41-2258-A8A9BE50B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D5F103-7E8D-B1E2-E453-C3FBC2C47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A185E6-7E65-1E0E-2AEC-02F60C10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5887FD-58E9-78EE-FA89-8F6808FC5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AB6C9F-AB1F-63B9-39AB-A73ACFE5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034332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3908D-1B30-8F87-E5CB-8166799A9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F5253B-DB8D-628A-6343-D3C0D420C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B00AE7-C11E-8A64-9764-748E6A689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7B4B6F-4D8B-2814-DFB9-2C04AD42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5E420D-1764-04B1-4849-3D56422D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806628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AAB2D-C279-2965-873C-F733ACF36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02EE52-6ED6-0C39-51B9-4D6EC6AF2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5B1F70-3B28-021B-D479-FB81289C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D5CBFD-4DEE-3BD0-62AE-75A6AC019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33ED61-6645-42E0-154C-12ABEF0B3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2763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B4DF7-7F26-E99A-6CA8-D03E814F1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E2327C-65A0-F93F-1590-9C3E8CC56E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5A4A10-0820-D144-912A-CF01268468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A9BC8F-7302-DB5C-5152-0414C50F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1D27DB-4D95-4ED4-C17E-78FD743D5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A2E0E0-1509-5BE5-E8AA-21D312A9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20510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08D1C-7EAB-AAE9-F221-02F85E084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B8E2F2-673E-B11D-C85D-A3F3F68B7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818579-8C77-D8D6-90D6-B6BC9BDB3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F5132B-8C1F-C52D-7ED1-26D53B5F8E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6D981BD-4E43-AFFE-526B-18D733E24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163A9A-6F57-7E95-A3D8-5E9E635B5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2AE87B1-52AD-C1EF-D6B8-1CDF0F81C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50C2D7E-5F7F-747C-EDCC-C14A3BBE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51932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3961C-B096-8164-86DB-39B388CC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97C11EE-0845-3AAF-596D-7D7AEF64B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D377410-1F52-9859-C456-3C2CA137D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BF03B6F-7FD7-E601-3DF0-5360B5856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70448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14E3CFE-F99B-B6E9-0519-8D0A96906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79CCBE-F043-DDA1-DD9F-0ACF5689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FC919B-2018-74F7-E5D2-E35D42E0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54118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D8D969-B58E-E48C-1186-D695BDBD3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59348D-CDA8-94B9-3FBC-6DA7ADAAA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B58229-861D-A21A-0996-4500C2F91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DD9020-14A3-90B6-EFA4-5D8CE5E33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4EEB5B8-256A-C9CE-3F7E-91B5F9D05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A25AAA-5323-8E3F-01C2-9E7090020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35089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3EB26E-A580-6C94-8141-BD99C7DB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50A1C91-A150-FB31-94B7-FF57368F2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HN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EBD470-043C-3A32-FAD9-E750A4A3B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3ED465-5C13-B4F3-9FAF-43539CDEE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EEA0E46-DCAA-9AF9-CA5B-151F0005C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760F38-3B7A-8D07-44BB-A83ABC46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087312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365E4-5191-5449-3396-E6E91462D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DD88D6-A302-B744-B47F-52D15CCEF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3EC5EB-12A1-3CB6-0434-AED482BCF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69563B-75B7-9E96-FB3B-FA5085F0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E99535-DE15-3575-2D96-786EC766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115903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932CF9-FA27-0EFE-C73C-BE8A07B8CA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F243E0-0977-3BC6-7032-0DABD940E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7327E4-E7DB-7EB2-D41A-F1BED5E49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B8FF64-C0F7-C254-31F9-2E0806891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978E30-EDC2-DD5C-31A3-EED8E6AC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259637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75402A0-11AC-36F0-0799-CFD563B6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HN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8EC428-73D8-4E93-07F8-938C8550A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HN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AAB222-DECD-494E-74B6-887CA0D650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091265-B26A-4B4B-8766-07EA2539E5B8}" type="datetimeFigureOut">
              <a:rPr lang="es-HN" smtClean="0"/>
              <a:t>3/8/2026</a:t>
            </a:fld>
            <a:endParaRPr lang="es-HN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14639-D554-280E-C460-361BBE2EE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HN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D0A33C-EBEF-AEAF-B2AC-625DFE414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B9B581-3673-4890-B919-C64CA9ECE8BF}" type="slidenum">
              <a:rPr lang="es-HN" smtClean="0"/>
              <a:t>‹Nº›</a:t>
            </a:fld>
            <a:endParaRPr lang="es-HN"/>
          </a:p>
        </p:txBody>
      </p:sp>
    </p:spTree>
    <p:extLst>
      <p:ext uri="{BB962C8B-B14F-4D97-AF65-F5344CB8AC3E}">
        <p14:creationId xmlns:p14="http://schemas.microsoft.com/office/powerpoint/2010/main" val="3570630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162D24-C27B-2C8D-5787-BEC869B95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s-HN" sz="4800" dirty="0">
                <a:solidFill>
                  <a:srgbClr val="FFFFFF"/>
                </a:solidFill>
              </a:rPr>
              <a:t>Rony Turcios</a:t>
            </a:r>
            <a:br>
              <a:rPr lang="es-HN" sz="4800" dirty="0">
                <a:solidFill>
                  <a:srgbClr val="FFFFFF"/>
                </a:solidFill>
              </a:rPr>
            </a:br>
            <a:r>
              <a:rPr lang="es-HN" sz="4800" dirty="0">
                <a:solidFill>
                  <a:srgbClr val="FFFFFF"/>
                </a:solidFill>
              </a:rPr>
              <a:t>Sistema de Gestión de Organización en Java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E49FBF-13DE-74A3-BBD3-128C8AA222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s-HN" b="1" dirty="0">
                <a:solidFill>
                  <a:srgbClr val="FFFFFF"/>
                </a:solidFill>
              </a:rPr>
              <a:t>Tecnologías principales:</a:t>
            </a:r>
            <a:br>
              <a:rPr lang="es-HN" dirty="0">
                <a:solidFill>
                  <a:srgbClr val="FFFFFF"/>
                </a:solidFill>
              </a:rPr>
            </a:br>
            <a:r>
              <a:rPr lang="es-HN" dirty="0">
                <a:solidFill>
                  <a:srgbClr val="FFFFFF"/>
                </a:solidFill>
              </a:rPr>
              <a:t>Programación Orientada a Objetos, SQLite, JDBC y Swing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46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247AA7-239B-E993-FBFE-83F4A8A4AC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27" r="10883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94B2034-E9BE-D029-B7B5-269E0BA8D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s-HN" sz="4000"/>
              <a:t>Descripción general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587953-18DC-D3D1-E8DF-9C2EE0D15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HN" sz="1100"/>
              <a:t>El proyecto consiste en una aplicación de escritorio desarrollada en Java para administrar la estructura organizacional de una empresa.</a:t>
            </a:r>
          </a:p>
          <a:p>
            <a:pPr marL="0" indent="0">
              <a:buNone/>
            </a:pPr>
            <a:r>
              <a:rPr lang="es-HN" sz="1100"/>
              <a:t>El sistema permite gestionar:</a:t>
            </a:r>
          </a:p>
          <a:p>
            <a:pPr lvl="0"/>
            <a:r>
              <a:rPr lang="es-HN" sz="1100"/>
              <a:t>Países </a:t>
            </a:r>
          </a:p>
          <a:p>
            <a:pPr lvl="0"/>
            <a:r>
              <a:rPr lang="es-HN" sz="1100"/>
              <a:t>Empresas </a:t>
            </a:r>
          </a:p>
          <a:p>
            <a:pPr lvl="0"/>
            <a:r>
              <a:rPr lang="es-HN" sz="1100"/>
              <a:t>Departamentos organizacionales </a:t>
            </a:r>
          </a:p>
          <a:p>
            <a:pPr lvl="0"/>
            <a:r>
              <a:rPr lang="es-HN" sz="1100"/>
              <a:t>Cargos </a:t>
            </a:r>
          </a:p>
          <a:p>
            <a:pPr lvl="0"/>
            <a:r>
              <a:rPr lang="es-HN" sz="1100"/>
              <a:t>Empleados </a:t>
            </a:r>
          </a:p>
          <a:p>
            <a:pPr lvl="0"/>
            <a:r>
              <a:rPr lang="es-HN" sz="1100"/>
              <a:t>Proyectos </a:t>
            </a:r>
          </a:p>
          <a:p>
            <a:pPr lvl="0"/>
            <a:r>
              <a:rPr lang="es-HN" sz="1100"/>
              <a:t>Asignaciones de empleados a proyectos </a:t>
            </a:r>
          </a:p>
          <a:p>
            <a:pPr lvl="0"/>
            <a:r>
              <a:rPr lang="es-HN" sz="1100"/>
              <a:t>Usuarios y permisos </a:t>
            </a:r>
          </a:p>
          <a:p>
            <a:pPr marL="0" indent="0">
              <a:buNone/>
            </a:pPr>
            <a:r>
              <a:rPr lang="es-HN" sz="1100"/>
              <a:t>La información se almacena localmente en una base de datos SQLite.</a:t>
            </a:r>
          </a:p>
          <a:p>
            <a:endParaRPr lang="es-HN" sz="1100"/>
          </a:p>
        </p:txBody>
      </p:sp>
    </p:spTree>
    <p:extLst>
      <p:ext uri="{BB962C8B-B14F-4D97-AF65-F5344CB8AC3E}">
        <p14:creationId xmlns:p14="http://schemas.microsoft.com/office/powerpoint/2010/main" val="104623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B179E8-F206-23ED-2B6E-D11F05A8A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HN" sz="4000" dirty="0">
                <a:solidFill>
                  <a:srgbClr val="FFFFFF"/>
                </a:solidFill>
              </a:rPr>
              <a:t>Descripción del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4D2FA3-43E9-BD84-02AC-C38B582E2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HN" sz="2000"/>
              <a:t>Muchas organizaciones administran la información de empleados, departamentos, cargos y proyectos mediante archivos separados, hojas de cálculo o registros manuales.</a:t>
            </a:r>
          </a:p>
          <a:p>
            <a:pPr marL="0" indent="0">
              <a:buNone/>
            </a:pPr>
            <a:r>
              <a:rPr lang="es-HN" sz="2000"/>
              <a:t>Esto puede provocar:</a:t>
            </a:r>
          </a:p>
          <a:p>
            <a:pPr lvl="0"/>
            <a:r>
              <a:rPr lang="es-HN" sz="2000"/>
              <a:t>Duplicación de información </a:t>
            </a:r>
          </a:p>
          <a:p>
            <a:pPr lvl="0"/>
            <a:r>
              <a:rPr lang="es-HN" sz="2000"/>
              <a:t>Dificultad para localizar registros </a:t>
            </a:r>
          </a:p>
          <a:p>
            <a:pPr lvl="0"/>
            <a:r>
              <a:rPr lang="es-HN" sz="2000"/>
              <a:t>Errores al actualizar datos </a:t>
            </a:r>
          </a:p>
          <a:p>
            <a:pPr lvl="0"/>
            <a:r>
              <a:rPr lang="es-HN" sz="2000"/>
              <a:t>Falta de relación entre empleados y proyectos </a:t>
            </a:r>
          </a:p>
          <a:p>
            <a:pPr lvl="0"/>
            <a:r>
              <a:rPr lang="es-HN" sz="2000"/>
              <a:t>Pérdida de información </a:t>
            </a:r>
          </a:p>
          <a:p>
            <a:pPr lvl="0"/>
            <a:r>
              <a:rPr lang="es-HN" sz="2000"/>
              <a:t>Poco control sobre los usuarios que acceden al sistema </a:t>
            </a:r>
          </a:p>
          <a:p>
            <a:pPr marL="0" indent="0">
              <a:buNone/>
            </a:pPr>
            <a:r>
              <a:rPr lang="es-HN" sz="2000"/>
              <a:t>El sistema desarrollado centraliza toda esta información en una sola aplicación.</a:t>
            </a:r>
          </a:p>
          <a:p>
            <a:endParaRPr lang="es-HN" sz="2000"/>
          </a:p>
        </p:txBody>
      </p:sp>
    </p:spTree>
    <p:extLst>
      <p:ext uri="{BB962C8B-B14F-4D97-AF65-F5344CB8AC3E}">
        <p14:creationId xmlns:p14="http://schemas.microsoft.com/office/powerpoint/2010/main" val="213669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D2A227-6915-446B-9993-DE6B07D5E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s-HN" sz="4000" dirty="0">
                <a:solidFill>
                  <a:srgbClr val="FFFFFF"/>
                </a:solidFill>
              </a:rPr>
              <a:t>Objetivos específicos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4574786-4267-E738-1F8D-A77D6DF06F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60280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3770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2987F3A-9BF4-A4FB-3722-8A467D76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s-HN"/>
              <a:t>Funcionalidades principales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11ABD37-60BD-D7A5-52BD-D52CC25A78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223" r="1931" b="2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29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2" name="Marcador de contenido 2">
            <a:extLst>
              <a:ext uri="{FF2B5EF4-FFF2-40B4-BE49-F238E27FC236}">
                <a16:creationId xmlns:a16="http://schemas.microsoft.com/office/drawing/2014/main" id="{F7188405-5245-9258-BD8A-838F3D5E71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9261329"/>
              </p:ext>
            </p:extLst>
          </p:nvPr>
        </p:nvGraphicFramePr>
        <p:xfrm>
          <a:off x="838200" y="1825625"/>
          <a:ext cx="538750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852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4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28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51C4FB0-E020-52AA-0D97-DCB5D59AC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HN" sz="3400">
                <a:solidFill>
                  <a:srgbClr val="FFFFFF"/>
                </a:solidFill>
              </a:rPr>
              <a:t>Funcionalidades adicionales para no hacer examen final 😎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22B166-841E-F043-A041-24B4F2B1A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HN" sz="1600" dirty="0"/>
              <a:t>Además de las operaciones principales, el sistema incluye:</a:t>
            </a:r>
          </a:p>
          <a:p>
            <a:pPr lvl="0"/>
            <a:r>
              <a:rPr lang="es-HN" sz="1600" dirty="0"/>
              <a:t>Inicio de sesión. </a:t>
            </a:r>
          </a:p>
          <a:p>
            <a:pPr lvl="0"/>
            <a:r>
              <a:rPr lang="es-HN" sz="1600" dirty="0"/>
              <a:t>Usuarios con rol de Administrador o Consulta. </a:t>
            </a:r>
          </a:p>
          <a:p>
            <a:pPr lvl="0"/>
            <a:r>
              <a:rPr lang="es-HN" sz="1600" dirty="0"/>
              <a:t>Control de permisos. </a:t>
            </a:r>
          </a:p>
          <a:p>
            <a:pPr lvl="0"/>
            <a:r>
              <a:rPr lang="es-HN" sz="1600" dirty="0"/>
              <a:t>Cambio de contraseña. </a:t>
            </a:r>
          </a:p>
          <a:p>
            <a:pPr lvl="0"/>
            <a:r>
              <a:rPr lang="es-HN" sz="1600" dirty="0"/>
              <a:t>Cierre de sesión. </a:t>
            </a:r>
          </a:p>
          <a:p>
            <a:pPr lvl="0"/>
            <a:r>
              <a:rPr lang="es-HN" sz="1600" dirty="0"/>
              <a:t>Búsqueda instantánea. </a:t>
            </a:r>
          </a:p>
          <a:p>
            <a:pPr lvl="0"/>
            <a:r>
              <a:rPr lang="es-HN" sz="1600" dirty="0"/>
              <a:t>Ordenamiento de tablas. </a:t>
            </a:r>
          </a:p>
          <a:p>
            <a:pPr lvl="0"/>
            <a:r>
              <a:rPr lang="es-HN" sz="1600" dirty="0"/>
              <a:t>Validaciones de datos. </a:t>
            </a:r>
          </a:p>
          <a:p>
            <a:pPr lvl="0"/>
            <a:r>
              <a:rPr lang="es-HN" sz="1600" dirty="0"/>
              <a:t>Exportación de empleados a PDF y Excel. </a:t>
            </a:r>
          </a:p>
          <a:p>
            <a:pPr lvl="0"/>
            <a:r>
              <a:rPr lang="es-HN" sz="1600" dirty="0"/>
              <a:t>Exportación de proyectos a PDF y Excel. </a:t>
            </a:r>
          </a:p>
          <a:p>
            <a:pPr lvl="0"/>
            <a:r>
              <a:rPr lang="es-HN" sz="1600" dirty="0"/>
              <a:t>Pantalla de carga y fondo institucional.</a:t>
            </a:r>
          </a:p>
          <a:p>
            <a:endParaRPr lang="es-HN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E3B136-864D-32E2-7B1B-6BF1D0A8A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742" y="1337947"/>
            <a:ext cx="4233658" cy="393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520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72325D-ACA7-C8EA-1B1A-A028692A9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HN" sz="4000" dirty="0">
                <a:solidFill>
                  <a:srgbClr val="FFFFFF"/>
                </a:solidFill>
              </a:rPr>
              <a:t>Aplicación de Programación Orientada a Objetos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69688C-3EAE-DDB9-0360-08B510BE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s-HN" sz="1400"/>
              <a:t>En el proyecto se aplican los principales conceptos de la Programación Orientada a Objetos.</a:t>
            </a:r>
          </a:p>
          <a:p>
            <a:r>
              <a:rPr lang="es-HN" sz="1400" b="1"/>
              <a:t>Encapsulamiento:</a:t>
            </a:r>
            <a:br>
              <a:rPr lang="es-HN" sz="1400"/>
            </a:br>
            <a:r>
              <a:rPr lang="es-HN" sz="1400"/>
              <a:t>Los atributos se mantienen privados y se accede a ellos mediante métodos get y set.</a:t>
            </a:r>
          </a:p>
          <a:p>
            <a:r>
              <a:rPr lang="es-HN" sz="1400" b="1"/>
              <a:t>Herencia:</a:t>
            </a:r>
            <a:br>
              <a:rPr lang="es-HN" sz="1400"/>
            </a:br>
            <a:r>
              <a:rPr lang="es-HN" sz="1400"/>
              <a:t>La clase Empleado hereda los datos generales de la clase abstracta Persona.</a:t>
            </a:r>
          </a:p>
          <a:p>
            <a:r>
              <a:rPr lang="es-HN" sz="1400" b="1"/>
              <a:t>Polimorfismo:</a:t>
            </a:r>
            <a:br>
              <a:rPr lang="es-HN" sz="1400"/>
            </a:br>
            <a:r>
              <a:rPr lang="es-HN" sz="1400"/>
              <a:t>Las clases sobrescriben métodos como toString(), equals() y hashCode().</a:t>
            </a:r>
          </a:p>
          <a:p>
            <a:r>
              <a:rPr lang="es-HN" sz="1400" b="1"/>
              <a:t>Asociación:</a:t>
            </a:r>
            <a:br>
              <a:rPr lang="es-HN" sz="1400"/>
            </a:br>
            <a:r>
              <a:rPr lang="es-HN" sz="1400"/>
              <a:t>Un empleado se relaciona con País, Departamento y Cargo.</a:t>
            </a:r>
          </a:p>
          <a:p>
            <a:r>
              <a:rPr lang="es-HN" sz="1400" b="1"/>
              <a:t>Composición:</a:t>
            </a:r>
            <a:br>
              <a:rPr lang="es-HN" sz="1400"/>
            </a:br>
            <a:r>
              <a:rPr lang="es-HN" sz="1400"/>
              <a:t>Una empresa contiene departamentos, empleados y proyectos.</a:t>
            </a:r>
          </a:p>
          <a:p>
            <a:endParaRPr lang="es-HN" sz="1400"/>
          </a:p>
        </p:txBody>
      </p:sp>
      <p:pic>
        <p:nvPicPr>
          <p:cNvPr id="7" name="Graphic 6" descr="portátil seguro">
            <a:extLst>
              <a:ext uri="{FF2B5EF4-FFF2-40B4-BE49-F238E27FC236}">
                <a16:creationId xmlns:a16="http://schemas.microsoft.com/office/drawing/2014/main" id="{D8C28FA0-0A29-9B9F-7F09-269DD5610A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508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F17E4D-2E16-EDD5-43B8-1388F93E8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HN" sz="4000">
                <a:solidFill>
                  <a:srgbClr val="FFFFFF"/>
                </a:solidFill>
              </a:rPr>
              <a:t>Arquitectura del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5F5F98D-C9A8-BDE7-EFF3-7346CE7B1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s-HN" sz="1600" dirty="0"/>
              <a:t>El sistema utiliza una arquitectura organizada por capas.</a:t>
            </a:r>
          </a:p>
          <a:p>
            <a:r>
              <a:rPr lang="es-HN" sz="1600" b="1" dirty="0"/>
              <a:t>Modelo:</a:t>
            </a:r>
            <a:br>
              <a:rPr lang="es-HN" sz="1600" dirty="0"/>
            </a:br>
            <a:r>
              <a:rPr lang="es-HN" sz="1600" dirty="0"/>
              <a:t>Contiene las clases que representan las entidades.</a:t>
            </a:r>
          </a:p>
          <a:p>
            <a:r>
              <a:rPr lang="es-HN" sz="1600" b="1" dirty="0"/>
              <a:t>Vista:</a:t>
            </a:r>
            <a:br>
              <a:rPr lang="es-HN" sz="1600" dirty="0"/>
            </a:br>
            <a:r>
              <a:rPr lang="es-HN" sz="1600" dirty="0"/>
              <a:t>Contiene las ventanas y formularios desarrollados con Swing.</a:t>
            </a:r>
          </a:p>
          <a:p>
            <a:r>
              <a:rPr lang="es-HN" sz="1600" b="1" dirty="0"/>
              <a:t>Controlador:</a:t>
            </a:r>
            <a:br>
              <a:rPr lang="es-HN" sz="1600" dirty="0"/>
            </a:br>
            <a:r>
              <a:rPr lang="es-HN" sz="1600" dirty="0"/>
              <a:t>Aplica validaciones y coordina las acciones entre la vista y los datos.</a:t>
            </a:r>
          </a:p>
          <a:p>
            <a:r>
              <a:rPr lang="es-HN" sz="1600" b="1" dirty="0"/>
              <a:t>DAO:</a:t>
            </a:r>
            <a:br>
              <a:rPr lang="es-HN" sz="1600" dirty="0"/>
            </a:br>
            <a:r>
              <a:rPr lang="es-HN" sz="1600" dirty="0"/>
              <a:t>Ejecuta las operaciones de acceso a SQLite mediante JDBC.</a:t>
            </a:r>
          </a:p>
          <a:p>
            <a:r>
              <a:rPr lang="es-HN" sz="1600" b="1" dirty="0"/>
              <a:t>Configuración y utilidades:</a:t>
            </a:r>
            <a:br>
              <a:rPr lang="es-HN" sz="1600" dirty="0"/>
            </a:br>
            <a:r>
              <a:rPr lang="es-HN" sz="1600" dirty="0"/>
              <a:t>Gestionan la conexión, contraseñas y exportaciones</a:t>
            </a:r>
          </a:p>
          <a:p>
            <a:endParaRPr lang="es-HN" sz="16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8CF665-71A5-CC53-B073-BDE7EE044E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263"/>
          <a:stretch>
            <a:fillRect/>
          </a:stretch>
        </p:blipFill>
        <p:spPr>
          <a:xfrm>
            <a:off x="7607030" y="1376340"/>
            <a:ext cx="4271769" cy="31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700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EA9F15-A33C-8563-B549-88ACD99F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HN" sz="4000" dirty="0">
                <a:solidFill>
                  <a:srgbClr val="FFFFFF"/>
                </a:solidFill>
              </a:rPr>
              <a:t>Tecnologías utilizadas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163155-DF19-AC1C-83EA-B7324922A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s-HN" sz="1300" b="1"/>
              <a:t>Java 24</a:t>
            </a:r>
            <a:br>
              <a:rPr lang="es-HN" sz="1300"/>
            </a:br>
            <a:r>
              <a:rPr lang="es-HN" sz="1300"/>
              <a:t>Lenguaje principal de programación.</a:t>
            </a:r>
          </a:p>
          <a:p>
            <a:r>
              <a:rPr lang="es-HN" sz="1300" b="1"/>
              <a:t>Maven</a:t>
            </a:r>
            <a:br>
              <a:rPr lang="es-HN" sz="1300"/>
            </a:br>
            <a:r>
              <a:rPr lang="es-HN" sz="1300"/>
              <a:t>Gestión de dependencias, compilación y empaquetado.</a:t>
            </a:r>
          </a:p>
          <a:p>
            <a:r>
              <a:rPr lang="es-HN" sz="1300" b="1"/>
              <a:t>Java Swing</a:t>
            </a:r>
            <a:br>
              <a:rPr lang="es-HN" sz="1300"/>
            </a:br>
            <a:r>
              <a:rPr lang="es-HN" sz="1300"/>
              <a:t>Construcción de la interfaz gráfica.</a:t>
            </a:r>
          </a:p>
          <a:p>
            <a:r>
              <a:rPr lang="es-HN" sz="1300" b="1"/>
              <a:t>JDesktopPane y JInternalFrame</a:t>
            </a:r>
            <a:br>
              <a:rPr lang="es-HN" sz="1300"/>
            </a:br>
            <a:r>
              <a:rPr lang="es-HN" sz="1300"/>
              <a:t>Implementación de la interfaz MDI.</a:t>
            </a:r>
          </a:p>
          <a:p>
            <a:r>
              <a:rPr lang="es-HN" sz="1300" b="1"/>
              <a:t>SQLite</a:t>
            </a:r>
            <a:br>
              <a:rPr lang="es-HN" sz="1300"/>
            </a:br>
            <a:r>
              <a:rPr lang="es-HN" sz="1300"/>
              <a:t>Almacenamiento local de la información.</a:t>
            </a:r>
          </a:p>
          <a:p>
            <a:r>
              <a:rPr lang="es-HN" sz="1300" b="1"/>
              <a:t>JDBC</a:t>
            </a:r>
            <a:br>
              <a:rPr lang="es-HN" sz="1300"/>
            </a:br>
            <a:r>
              <a:rPr lang="es-HN" sz="1300"/>
              <a:t>Conexión y ejecución de consultas SQL.</a:t>
            </a:r>
          </a:p>
          <a:p>
            <a:r>
              <a:rPr lang="es-HN" sz="1300" b="1"/>
              <a:t>FlatLaf</a:t>
            </a:r>
            <a:br>
              <a:rPr lang="es-HN" sz="1300"/>
            </a:br>
            <a:r>
              <a:rPr lang="es-HN" sz="1300"/>
              <a:t>Mejora de la apariencia visual.</a:t>
            </a:r>
          </a:p>
          <a:p>
            <a:r>
              <a:rPr lang="es-HN" sz="1300" b="1"/>
              <a:t>Apache POI</a:t>
            </a:r>
            <a:br>
              <a:rPr lang="es-HN" sz="1300"/>
            </a:br>
            <a:r>
              <a:rPr lang="es-HN" sz="1300"/>
              <a:t>Exportación de información a Excel.</a:t>
            </a:r>
          </a:p>
          <a:p>
            <a:r>
              <a:rPr lang="es-HN" sz="1300" b="1"/>
              <a:t>OpenPDF</a:t>
            </a:r>
            <a:br>
              <a:rPr lang="es-HN" sz="1300"/>
            </a:br>
            <a:r>
              <a:rPr lang="es-HN" sz="1300"/>
              <a:t>Generación de documentos PDF.</a:t>
            </a:r>
          </a:p>
          <a:p>
            <a:endParaRPr lang="es-HN" sz="1300"/>
          </a:p>
        </p:txBody>
      </p:sp>
      <p:pic>
        <p:nvPicPr>
          <p:cNvPr id="7" name="Graphic 6" descr="Ordenador">
            <a:extLst>
              <a:ext uri="{FF2B5EF4-FFF2-40B4-BE49-F238E27FC236}">
                <a16:creationId xmlns:a16="http://schemas.microsoft.com/office/drawing/2014/main" id="{E1B61F14-F3AE-3321-5855-987180FE8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065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47A1BCC-30D3-EE40-2B9A-2857A503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HN" sz="4000">
                <a:solidFill>
                  <a:srgbClr val="FFFFFF"/>
                </a:solidFill>
              </a:rPr>
              <a:t>Base de datos e integridad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A161B-CB14-0901-ADBB-A06045D5C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390914" cy="5546047"/>
          </a:xfrm>
        </p:spPr>
        <p:txBody>
          <a:bodyPr anchor="ctr">
            <a:normAutofit/>
          </a:bodyPr>
          <a:lstStyle/>
          <a:p>
            <a:r>
              <a:rPr lang="es-HN" sz="1000" dirty="0"/>
              <a:t>La base de datos utiliza tablas relacionadas mediante claves primarias y claves foráneas.</a:t>
            </a:r>
          </a:p>
          <a:p>
            <a:r>
              <a:rPr lang="es-HN" sz="1000" dirty="0"/>
              <a:t>Se aplicaron:</a:t>
            </a:r>
          </a:p>
          <a:p>
            <a:pPr lvl="0"/>
            <a:r>
              <a:rPr lang="es-HN" sz="1000" dirty="0"/>
              <a:t>Restricciones de campos obligatorios. </a:t>
            </a:r>
          </a:p>
          <a:p>
            <a:pPr lvl="0"/>
            <a:r>
              <a:rPr lang="es-HN" sz="1000" dirty="0"/>
              <a:t>Valores únicos. </a:t>
            </a:r>
          </a:p>
          <a:p>
            <a:pPr lvl="0"/>
            <a:r>
              <a:rPr lang="es-HN" sz="1000" dirty="0"/>
              <a:t>Validación de presupuestos y salarios. </a:t>
            </a:r>
          </a:p>
          <a:p>
            <a:pPr lvl="0"/>
            <a:r>
              <a:rPr lang="es-HN" sz="1000" dirty="0"/>
              <a:t>Integridad referencial. </a:t>
            </a:r>
          </a:p>
          <a:p>
            <a:pPr lvl="0"/>
            <a:r>
              <a:rPr lang="es-HN" sz="1000" dirty="0"/>
              <a:t>Índices para mejorar las búsquedas. </a:t>
            </a:r>
          </a:p>
          <a:p>
            <a:pPr lvl="0"/>
            <a:r>
              <a:rPr lang="es-HN" sz="1000" dirty="0"/>
              <a:t>Consultas preparadas con </a:t>
            </a:r>
            <a:r>
              <a:rPr lang="es-HN" sz="1000" dirty="0" err="1"/>
              <a:t>PreparedStatement</a:t>
            </a:r>
            <a:r>
              <a:rPr lang="es-HN" sz="1000" dirty="0"/>
              <a:t>. </a:t>
            </a:r>
          </a:p>
          <a:p>
            <a:pPr lvl="0"/>
            <a:r>
              <a:rPr lang="es-HN" sz="1000" dirty="0"/>
              <a:t>Transacciones para operaciones compuestas. </a:t>
            </a:r>
          </a:p>
          <a:p>
            <a:pPr lvl="0"/>
            <a:r>
              <a:rPr lang="es-HN" sz="1000" dirty="0"/>
              <a:t>Migraciones para conservar compatibilidad con bases anteriores. </a:t>
            </a:r>
          </a:p>
          <a:p>
            <a:r>
              <a:rPr lang="es-HN" sz="1000" dirty="0"/>
              <a:t>Ejemplos de relaciones:</a:t>
            </a:r>
          </a:p>
          <a:p>
            <a:pPr lvl="0"/>
            <a:r>
              <a:rPr lang="es-HN" sz="1000" dirty="0"/>
              <a:t>Empresa → Departamentos </a:t>
            </a:r>
          </a:p>
          <a:p>
            <a:pPr lvl="0"/>
            <a:r>
              <a:rPr lang="es-HN" sz="1000" dirty="0"/>
              <a:t>Departamento → Empleados </a:t>
            </a:r>
          </a:p>
          <a:p>
            <a:pPr lvl="0"/>
            <a:r>
              <a:rPr lang="es-HN" sz="1000" dirty="0"/>
              <a:t>Cargo → Empleados </a:t>
            </a:r>
          </a:p>
          <a:p>
            <a:pPr lvl="0"/>
            <a:r>
              <a:rPr lang="es-HN" sz="1000" dirty="0"/>
              <a:t>País → Empleados </a:t>
            </a:r>
          </a:p>
          <a:p>
            <a:pPr lvl="0"/>
            <a:r>
              <a:rPr lang="es-HN" sz="1000" dirty="0"/>
              <a:t>Empresa → Proyectos </a:t>
            </a:r>
          </a:p>
          <a:p>
            <a:pPr lvl="0"/>
            <a:r>
              <a:rPr lang="es-HN" sz="1000" dirty="0"/>
              <a:t>Empleado ↔ Proyecto mediante Asignación</a:t>
            </a:r>
          </a:p>
          <a:p>
            <a:endParaRPr lang="es-HN" sz="1000" dirty="0"/>
          </a:p>
        </p:txBody>
      </p:sp>
      <p:pic>
        <p:nvPicPr>
          <p:cNvPr id="7" name="Graphic 6" descr="Clave">
            <a:extLst>
              <a:ext uri="{FF2B5EF4-FFF2-40B4-BE49-F238E27FC236}">
                <a16:creationId xmlns:a16="http://schemas.microsoft.com/office/drawing/2014/main" id="{B0002F6A-1717-0457-128B-B84A1140CD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9502" y="1627051"/>
            <a:ext cx="3615776" cy="361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89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5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CDA584D-876D-29C3-8289-F915DFBBE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s-HN" sz="4000">
                <a:solidFill>
                  <a:srgbClr val="FFFFFF"/>
                </a:solidFill>
              </a:rPr>
              <a:t>Evidencias del sistema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AC0419D6-6940-72F2-3C2B-502C56064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889" y="2200459"/>
            <a:ext cx="3061813" cy="21219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824BE04-97C9-B203-F2A4-05F1394271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797" y="2200459"/>
            <a:ext cx="2844001" cy="213300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7458112-D7D3-EF13-A4E5-81036E722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295" y="2200459"/>
            <a:ext cx="3061813" cy="2020796"/>
          </a:xfrm>
          <a:prstGeom prst="rect">
            <a:avLst/>
          </a:prstGeom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E223A41-F64E-8B82-3648-B32770B52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4786744"/>
            <a:ext cx="9448800" cy="1442631"/>
          </a:xfrm>
        </p:spPr>
        <p:txBody>
          <a:bodyPr>
            <a:normAutofit/>
          </a:bodyPr>
          <a:lstStyle/>
          <a:p>
            <a:r>
              <a:rPr lang="es-HN" sz="2000" dirty="0"/>
              <a:t>Las capturas demuestran el funcionamiento de los módulos principales, la navegación MDI, el uso de tablas, las validaciones y la persistencia de la información.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33309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F21D4B-D54D-7E20-D827-3AEB5E311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HN" sz="4000">
                <a:solidFill>
                  <a:srgbClr val="FFFFFF"/>
                </a:solidFill>
              </a:rPr>
              <a:t>Resultados obtenidos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5B7247-A6CC-59CF-35AA-091C2EC0D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HN" sz="2000" dirty="0"/>
              <a:t>Como resultado se obtuvo una aplicación funcional que permite:</a:t>
            </a:r>
          </a:p>
          <a:p>
            <a:pPr lvl="0"/>
            <a:r>
              <a:rPr lang="es-HN" sz="2000" dirty="0"/>
              <a:t>Centralizar la información organizacional. </a:t>
            </a:r>
          </a:p>
          <a:p>
            <a:pPr lvl="0"/>
            <a:r>
              <a:rPr lang="es-HN" sz="2000" dirty="0"/>
              <a:t>Administrar las entidades principales de una empresa. </a:t>
            </a:r>
          </a:p>
          <a:p>
            <a:pPr lvl="0"/>
            <a:r>
              <a:rPr lang="es-HN" sz="2000" dirty="0"/>
              <a:t>Mantener relaciones coherentes entre los registros. </a:t>
            </a:r>
          </a:p>
          <a:p>
            <a:pPr lvl="0"/>
            <a:r>
              <a:rPr lang="es-HN" sz="2000" dirty="0"/>
              <a:t>Realizar operaciones CRUD. </a:t>
            </a:r>
          </a:p>
          <a:p>
            <a:pPr lvl="0"/>
            <a:r>
              <a:rPr lang="es-HN" sz="2000" dirty="0"/>
              <a:t>Controlar el acceso mediante usuarios y roles. </a:t>
            </a:r>
          </a:p>
          <a:p>
            <a:pPr lvl="0"/>
            <a:r>
              <a:rPr lang="es-HN" sz="2000" dirty="0"/>
              <a:t>Exportar información. </a:t>
            </a:r>
          </a:p>
          <a:p>
            <a:pPr lvl="0"/>
            <a:r>
              <a:rPr lang="es-HN" sz="2000" dirty="0"/>
              <a:t>Aplicar los principios de Programación Orientada a Objetos. </a:t>
            </a:r>
          </a:p>
          <a:p>
            <a:pPr lvl="0"/>
            <a:r>
              <a:rPr lang="es-HN" sz="2000" dirty="0"/>
              <a:t>Mantener una arquitectura organizada y escalable. </a:t>
            </a:r>
          </a:p>
          <a:p>
            <a:pPr lvl="0"/>
            <a:r>
              <a:rPr lang="es-HN" sz="2000" dirty="0"/>
              <a:t>Generar un archivo ejecutable mediante Maven.</a:t>
            </a:r>
          </a:p>
          <a:p>
            <a:endParaRPr lang="es-HN" sz="2000" dirty="0"/>
          </a:p>
        </p:txBody>
      </p:sp>
    </p:spTree>
    <p:extLst>
      <p:ext uri="{BB962C8B-B14F-4D97-AF65-F5344CB8AC3E}">
        <p14:creationId xmlns:p14="http://schemas.microsoft.com/office/powerpoint/2010/main" val="1036092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CFC8E4-E51F-CF85-16B6-ED8D5E5D3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s-HN" sz="3700">
                <a:solidFill>
                  <a:srgbClr val="FFFFFF"/>
                </a:solidFill>
              </a:rPr>
              <a:t>Sistema de Gestión Organizacional en Java</a:t>
            </a: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9C8DA95-EE84-0FEC-9F95-FF4FA0FAC0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6216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45690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846</Words>
  <Application>Microsoft Office PowerPoint</Application>
  <PresentationFormat>Panorámica</PresentationFormat>
  <Paragraphs>118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Tema de Office</vt:lpstr>
      <vt:lpstr>Rony Turcios Sistema de Gestión de Organización en Java</vt:lpstr>
      <vt:lpstr>Descripción general del proyecto</vt:lpstr>
      <vt:lpstr>Descripción del problema</vt:lpstr>
      <vt:lpstr>Objetivos específicos</vt:lpstr>
      <vt:lpstr>Funcionalidades principales</vt:lpstr>
      <vt:lpstr>Funcionalidades adicionales para no hacer examen final 😎</vt:lpstr>
      <vt:lpstr>Aplicación de Programación Orientada a Objetos</vt:lpstr>
      <vt:lpstr>Arquitectura del sistema</vt:lpstr>
      <vt:lpstr>Tecnologías utilizadas</vt:lpstr>
      <vt:lpstr>Base de datos e integridad</vt:lpstr>
      <vt:lpstr>Evidencias del sistema</vt:lpstr>
      <vt:lpstr>Resultados obtenidos</vt:lpstr>
      <vt:lpstr>Sistema de Gestión Organizacional en Java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Rony Turcios Dominguez</dc:creator>
  <cp:lastModifiedBy>Rony Turcios Dominguez</cp:lastModifiedBy>
  <cp:revision>1</cp:revision>
  <dcterms:created xsi:type="dcterms:W3CDTF">2026-08-04T02:47:33Z</dcterms:created>
  <dcterms:modified xsi:type="dcterms:W3CDTF">2026-08-04T03:03:09Z</dcterms:modified>
</cp:coreProperties>
</file>